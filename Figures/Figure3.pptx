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36469" y="1107814"/>
              <a:ext cx="5188804" cy="48575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621783" y="1328612"/>
              <a:ext cx="1111886" cy="1287989"/>
            </a:xfrm>
            <a:prstGeom prst="rect">
              <a:avLst/>
            </a:prstGeom>
            <a:solidFill>
              <a:srgbClr val="ADD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621783" y="2616601"/>
              <a:ext cx="1111886" cy="1103991"/>
            </a:xfrm>
            <a:prstGeom prst="rect">
              <a:avLst/>
            </a:prstGeom>
            <a:solidFill>
              <a:srgbClr val="7EC0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621783" y="3720592"/>
              <a:ext cx="1111886" cy="2023983"/>
            </a:xfrm>
            <a:prstGeom prst="rect">
              <a:avLst/>
            </a:prstGeom>
            <a:solidFill>
              <a:srgbClr val="3A5F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857213" y="1328612"/>
              <a:ext cx="1111886" cy="1727986"/>
            </a:xfrm>
            <a:prstGeom prst="rect">
              <a:avLst/>
            </a:prstGeom>
            <a:solidFill>
              <a:srgbClr val="ADD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857213" y="3056598"/>
              <a:ext cx="1111886" cy="767993"/>
            </a:xfrm>
            <a:prstGeom prst="rect">
              <a:avLst/>
            </a:prstGeom>
            <a:solidFill>
              <a:srgbClr val="7EC0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857213" y="3824592"/>
              <a:ext cx="1111886" cy="1919984"/>
            </a:xfrm>
            <a:prstGeom prst="rect">
              <a:avLst/>
            </a:prstGeom>
            <a:solidFill>
              <a:srgbClr val="3A5F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5092642" y="1328612"/>
              <a:ext cx="1111886" cy="2943976"/>
            </a:xfrm>
            <a:prstGeom prst="rect">
              <a:avLst/>
            </a:prstGeom>
            <a:solidFill>
              <a:srgbClr val="ADD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5092642" y="4272588"/>
              <a:ext cx="1111886" cy="1287989"/>
            </a:xfrm>
            <a:prstGeom prst="rect">
              <a:avLst/>
            </a:prstGeom>
            <a:solidFill>
              <a:srgbClr val="7EC0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5092642" y="5560578"/>
              <a:ext cx="1111886" cy="183998"/>
            </a:xfrm>
            <a:prstGeom prst="rect">
              <a:avLst/>
            </a:prstGeom>
            <a:solidFill>
              <a:srgbClr val="3A5F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6328072" y="1328612"/>
              <a:ext cx="1111886" cy="1919984"/>
            </a:xfrm>
            <a:prstGeom prst="rect">
              <a:avLst/>
            </a:prstGeom>
            <a:solidFill>
              <a:srgbClr val="ADD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6328072" y="3248596"/>
              <a:ext cx="1111886" cy="959992"/>
            </a:xfrm>
            <a:prstGeom prst="rect">
              <a:avLst/>
            </a:prstGeom>
            <a:solidFill>
              <a:srgbClr val="7EC0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328072" y="4208588"/>
              <a:ext cx="1111886" cy="1535987"/>
            </a:xfrm>
            <a:prstGeom prst="rect">
              <a:avLst/>
            </a:prstGeom>
            <a:solidFill>
              <a:srgbClr val="3A5F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3127485" y="1909617"/>
              <a:ext cx="100482" cy="1276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127485" y="3101197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077244" y="4667390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362915" y="2125205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362915" y="3375929"/>
              <a:ext cx="100482" cy="1293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312673" y="4717184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548103" y="2733200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598344" y="4853594"/>
              <a:ext cx="100482" cy="1276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5598344" y="5587382"/>
              <a:ext cx="100482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783533" y="2221204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833774" y="3663486"/>
              <a:ext cx="100482" cy="129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833774" y="4909182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0" name="rc30"/>
            <p:cNvSpPr/>
            <p:nvPr/>
          </p:nvSpPr>
          <p:spPr>
            <a:xfrm>
              <a:off x="2436469" y="1107814"/>
              <a:ext cx="5188804" cy="485756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36469" y="1107814"/>
              <a:ext cx="0" cy="4857560"/>
            </a:xfrm>
            <a:custGeom>
              <a:avLst/>
              <a:pathLst>
                <a:path w="0" h="4857560">
                  <a:moveTo>
                    <a:pt x="0" y="485756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2003071" y="5673511"/>
              <a:ext cx="370768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003071" y="4569520"/>
              <a:ext cx="370768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003071" y="3465528"/>
              <a:ext cx="370768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003071" y="2361537"/>
              <a:ext cx="370768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003071" y="1257546"/>
              <a:ext cx="370768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2401674" y="57445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01674" y="46405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401674" y="35365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401674" y="243260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401674" y="13286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436469" y="5965374"/>
              <a:ext cx="5188804" cy="0"/>
            </a:xfrm>
            <a:custGeom>
              <a:avLst/>
              <a:pathLst>
                <a:path w="5188804" h="0">
                  <a:moveTo>
                    <a:pt x="0" y="0"/>
                  </a:moveTo>
                  <a:lnTo>
                    <a:pt x="518880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177727" y="59653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413156" y="59653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648586" y="59653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884015" y="59653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2944811" y="6025772"/>
              <a:ext cx="465832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222563" y="6025772"/>
              <a:ext cx="381186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9671" y="6023354"/>
              <a:ext cx="497830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667052" y="6025772"/>
              <a:ext cx="433927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71761" y="6238081"/>
              <a:ext cx="1118220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Orientation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338292" y="3430665"/>
              <a:ext cx="2960972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Proportion of occupied boxes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7764451" y="3036351"/>
              <a:ext cx="1172640" cy="10004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7834040" y="3091442"/>
              <a:ext cx="1032606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factor(Occupied)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7834040" y="330887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843040" y="3317879"/>
              <a:ext cx="201455" cy="201456"/>
            </a:xfrm>
            <a:prstGeom prst="rect">
              <a:avLst/>
            </a:prstGeom>
            <a:solidFill>
              <a:srgbClr val="ADD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834040" y="352833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843040" y="3537335"/>
              <a:ext cx="201455" cy="201456"/>
            </a:xfrm>
            <a:prstGeom prst="rect">
              <a:avLst/>
            </a:prstGeom>
            <a:solidFill>
              <a:srgbClr val="7EC0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834040" y="3747791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843040" y="3756791"/>
              <a:ext cx="201455" cy="201455"/>
            </a:xfrm>
            <a:prstGeom prst="rect">
              <a:avLst/>
            </a:prstGeom>
            <a:solidFill>
              <a:srgbClr val="3A5F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8123085" y="3356397"/>
              <a:ext cx="590232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Unoccupied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23085" y="3596754"/>
              <a:ext cx="304393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Failed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23085" y="3816210"/>
              <a:ext cx="41626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Hatched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2026-07-17T16:29:23Z</dcterms:modified>
</cp:coreProperties>
</file>