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678613" y="1107814"/>
              <a:ext cx="5258478" cy="47774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6307329" y="5202785"/>
              <a:ext cx="1265132" cy="0"/>
            </a:xfrm>
            <a:custGeom>
              <a:avLst/>
              <a:pathLst>
                <a:path w="1265132" h="0">
                  <a:moveTo>
                    <a:pt x="0" y="0"/>
                  </a:moveTo>
                  <a:lnTo>
                    <a:pt x="12651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620486" y="5202785"/>
              <a:ext cx="562280" cy="0"/>
            </a:xfrm>
            <a:custGeom>
              <a:avLst/>
              <a:pathLst>
                <a:path w="562280" h="0">
                  <a:moveTo>
                    <a:pt x="56228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5182767" y="4776225"/>
              <a:ext cx="1124561" cy="853119"/>
            </a:xfrm>
            <a:custGeom>
              <a:avLst/>
              <a:pathLst>
                <a:path w="1124561" h="853119">
                  <a:moveTo>
                    <a:pt x="1124561" y="853119"/>
                  </a:moveTo>
                  <a:lnTo>
                    <a:pt x="0" y="853119"/>
                  </a:lnTo>
                  <a:lnTo>
                    <a:pt x="0" y="0"/>
                  </a:lnTo>
                  <a:lnTo>
                    <a:pt x="1124561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45048" y="4776225"/>
              <a:ext cx="0" cy="853119"/>
            </a:xfrm>
            <a:custGeom>
              <a:avLst/>
              <a:pathLst>
                <a:path w="0" h="853119">
                  <a:moveTo>
                    <a:pt x="0" y="8531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892809" y="4040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759" y="4065293"/>
              <a:ext cx="843421" cy="0"/>
            </a:xfrm>
            <a:custGeom>
              <a:avLst/>
              <a:pathLst>
                <a:path w="843421" h="0">
                  <a:moveTo>
                    <a:pt x="0" y="0"/>
                  </a:moveTo>
                  <a:lnTo>
                    <a:pt x="84342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2197" y="4065293"/>
              <a:ext cx="456853" cy="0"/>
            </a:xfrm>
            <a:custGeom>
              <a:avLst/>
              <a:pathLst>
                <a:path w="456853" h="0">
                  <a:moveTo>
                    <a:pt x="456853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5499050" y="3638733"/>
              <a:ext cx="667708" cy="853119"/>
            </a:xfrm>
            <a:custGeom>
              <a:avLst/>
              <a:pathLst>
                <a:path w="667708" h="853119">
                  <a:moveTo>
                    <a:pt x="667708" y="853119"/>
                  </a:moveTo>
                  <a:lnTo>
                    <a:pt x="0" y="853119"/>
                  </a:lnTo>
                  <a:lnTo>
                    <a:pt x="0" y="0"/>
                  </a:lnTo>
                  <a:lnTo>
                    <a:pt x="667708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026188" y="3638733"/>
              <a:ext cx="0" cy="853119"/>
            </a:xfrm>
            <a:custGeom>
              <a:avLst/>
              <a:pathLst>
                <a:path w="0" h="853119">
                  <a:moveTo>
                    <a:pt x="0" y="8531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58754" y="2927801"/>
              <a:ext cx="913706" cy="0"/>
            </a:xfrm>
            <a:custGeom>
              <a:avLst/>
              <a:pathLst>
                <a:path w="913706" h="0">
                  <a:moveTo>
                    <a:pt x="0" y="0"/>
                  </a:moveTo>
                  <a:lnTo>
                    <a:pt x="9137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58205" y="2927801"/>
              <a:ext cx="1229989" cy="0"/>
            </a:xfrm>
            <a:custGeom>
              <a:avLst/>
              <a:pathLst>
                <a:path w="1229989" h="0">
                  <a:moveTo>
                    <a:pt x="1229989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5288195" y="2501241"/>
              <a:ext cx="1370559" cy="853119"/>
            </a:xfrm>
            <a:custGeom>
              <a:avLst/>
              <a:pathLst>
                <a:path w="1370559" h="853119">
                  <a:moveTo>
                    <a:pt x="1370559" y="853119"/>
                  </a:moveTo>
                  <a:lnTo>
                    <a:pt x="0" y="853119"/>
                  </a:lnTo>
                  <a:lnTo>
                    <a:pt x="0" y="0"/>
                  </a:lnTo>
                  <a:lnTo>
                    <a:pt x="1370559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45048" y="2501241"/>
              <a:ext cx="0" cy="853119"/>
            </a:xfrm>
            <a:custGeom>
              <a:avLst/>
              <a:pathLst>
                <a:path w="0" h="853119">
                  <a:moveTo>
                    <a:pt x="0" y="8531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8672197" y="1765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53327" y="1790309"/>
              <a:ext cx="1440844" cy="0"/>
            </a:xfrm>
            <a:custGeom>
              <a:avLst/>
              <a:pathLst>
                <a:path w="1440844" h="0">
                  <a:moveTo>
                    <a:pt x="0" y="0"/>
                  </a:moveTo>
                  <a:lnTo>
                    <a:pt x="144084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1626" y="1790309"/>
              <a:ext cx="245997" cy="0"/>
            </a:xfrm>
            <a:custGeom>
              <a:avLst/>
              <a:pathLst>
                <a:path w="245997" h="0">
                  <a:moveTo>
                    <a:pt x="245997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7624" y="1363749"/>
              <a:ext cx="1405702" cy="853119"/>
            </a:xfrm>
            <a:custGeom>
              <a:avLst/>
              <a:pathLst>
                <a:path w="1405702" h="853119">
                  <a:moveTo>
                    <a:pt x="1405702" y="853119"/>
                  </a:moveTo>
                  <a:lnTo>
                    <a:pt x="0" y="853119"/>
                  </a:lnTo>
                  <a:lnTo>
                    <a:pt x="0" y="0"/>
                  </a:lnTo>
                  <a:lnTo>
                    <a:pt x="1405702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745048" y="1363749"/>
              <a:ext cx="0" cy="853119"/>
            </a:xfrm>
            <a:custGeom>
              <a:avLst/>
              <a:pathLst>
                <a:path w="0" h="853119">
                  <a:moveTo>
                    <a:pt x="0" y="8531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992986" y="3200049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833232" y="2880124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982210" y="2414283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15098" y="3110395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276300" y="3205210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263933" y="3173498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391985" y="3224400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558624" y="2501094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834735" y="3321080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117892" y="3261820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79142" y="3249234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23594" y="3298454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821917" y="2867111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957571" y="3190289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963672" y="2631525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02129" y="3184885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50461" y="1787871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72342" y="1927980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72361" y="1587279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82870" y="1573869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973579" y="2122760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18402" y="1361771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257107" y="1861533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477" y="1280228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541624" y="1956608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691740" y="1351559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676460" y="2184000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962829" y="1930695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88903" y="1937645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402320" y="1997473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386999" y="1864512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23579" y="1773912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940418" y="1889551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7238730" y="1555386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7926373" y="1794140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8639368" y="1282261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8288" y="4102742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972554" y="4333266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398981" y="3581660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4464" y="4447982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966370" y="4389657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974300" y="4118753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6104761" y="3920755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119139" y="4081885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660833" y="3686971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958295" y="3846630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561582" y="4797036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993234" y="4914455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988620" y="475542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997483" y="5291802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264977" y="484872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262136" y="5134014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417453" y="5136285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684614" y="4951711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836527" y="5242488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34254" y="4884826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110611" y="541066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393009" y="5054838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817810" y="4691260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085313" y="5174512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7501954" y="5583094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678613" y="1107814"/>
              <a:ext cx="5258478" cy="4777466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678613" y="1107814"/>
              <a:ext cx="0" cy="4777466"/>
            </a:xfrm>
            <a:custGeom>
              <a:avLst/>
              <a:pathLst>
                <a:path w="0" h="4777466">
                  <a:moveTo>
                    <a:pt x="0" y="477746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2084417" y="5055321"/>
              <a:ext cx="1531565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West (n = 15)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999213" y="3917829"/>
              <a:ext cx="1616769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South (n = 10)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154739" y="2780337"/>
              <a:ext cx="1461244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East (n = 16)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041877" y="1642845"/>
              <a:ext cx="1574105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North (n = 20)</a:t>
              </a:r>
            </a:p>
          </p:txBody>
        </p:sp>
        <p:sp>
          <p:nvSpPr>
            <p:cNvPr id="91" name="pl91"/>
            <p:cNvSpPr/>
            <p:nvPr/>
          </p:nvSpPr>
          <p:spPr>
            <a:xfrm>
              <a:off x="3643819" y="52027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3643819" y="40652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3643819" y="29278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3643819" y="17903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3678613" y="5885280"/>
              <a:ext cx="5258478" cy="0"/>
            </a:xfrm>
            <a:custGeom>
              <a:avLst/>
              <a:pathLst>
                <a:path w="5258478" h="0">
                  <a:moveTo>
                    <a:pt x="0" y="0"/>
                  </a:moveTo>
                  <a:lnTo>
                    <a:pt x="525847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777065" y="58852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5182767" y="58852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588469" y="58852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7994172" y="58852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3565171" y="5944065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4970873" y="5944065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376575" y="5943941"/>
              <a:ext cx="423788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782278" y="5944065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693564" y="6217729"/>
              <a:ext cx="1228576" cy="1849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Julian date</a:t>
              </a:r>
            </a:p>
          </p:txBody>
        </p:sp>
        <p:sp>
          <p:nvSpPr>
            <p:cNvPr id="105" name="tx105"/>
            <p:cNvSpPr/>
            <p:nvPr/>
          </p:nvSpPr>
          <p:spPr>
            <a:xfrm rot="-5400000">
              <a:off x="1227583" y="3402475"/>
              <a:ext cx="1242466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Orientation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2026-07-17T16:28:55Z</dcterms:modified>
</cp:coreProperties>
</file>