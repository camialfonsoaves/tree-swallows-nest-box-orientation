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678613" y="1107814"/>
              <a:ext cx="5258478" cy="47774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311393" y="5202785"/>
              <a:ext cx="1262829" cy="0"/>
            </a:xfrm>
            <a:custGeom>
              <a:avLst/>
              <a:pathLst>
                <a:path w="1262829" h="0">
                  <a:moveTo>
                    <a:pt x="0" y="0"/>
                  </a:moveTo>
                  <a:lnTo>
                    <a:pt x="126282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627620" y="5202785"/>
              <a:ext cx="561257" cy="0"/>
            </a:xfrm>
            <a:custGeom>
              <a:avLst/>
              <a:pathLst>
                <a:path w="561257" h="0">
                  <a:moveTo>
                    <a:pt x="56125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5188878" y="4776225"/>
              <a:ext cx="1122514" cy="853119"/>
            </a:xfrm>
            <a:custGeom>
              <a:avLst/>
              <a:pathLst>
                <a:path w="1122514" h="853119">
                  <a:moveTo>
                    <a:pt x="1122514" y="853119"/>
                  </a:moveTo>
                  <a:lnTo>
                    <a:pt x="0" y="853119"/>
                  </a:lnTo>
                  <a:lnTo>
                    <a:pt x="0" y="0"/>
                  </a:lnTo>
                  <a:lnTo>
                    <a:pt x="1122514" y="0"/>
                  </a:lnTo>
                  <a:close/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50135" y="4776225"/>
              <a:ext cx="0" cy="853119"/>
            </a:xfrm>
            <a:custGeom>
              <a:avLst/>
              <a:pathLst>
                <a:path w="0" h="853119">
                  <a:moveTo>
                    <a:pt x="0" y="85311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901222" y="4040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171078" y="4065293"/>
              <a:ext cx="841886" cy="0"/>
            </a:xfrm>
            <a:custGeom>
              <a:avLst/>
              <a:pathLst>
                <a:path w="841886" h="0">
                  <a:moveTo>
                    <a:pt x="0" y="0"/>
                  </a:moveTo>
                  <a:lnTo>
                    <a:pt x="84188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48563" y="4065293"/>
              <a:ext cx="456021" cy="0"/>
            </a:xfrm>
            <a:custGeom>
              <a:avLst/>
              <a:pathLst>
                <a:path w="456021" h="0">
                  <a:moveTo>
                    <a:pt x="45602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5504585" y="3638733"/>
              <a:ext cx="666493" cy="853119"/>
            </a:xfrm>
            <a:custGeom>
              <a:avLst/>
              <a:pathLst>
                <a:path w="666493" h="853119">
                  <a:moveTo>
                    <a:pt x="666493" y="853119"/>
                  </a:moveTo>
                  <a:lnTo>
                    <a:pt x="0" y="853119"/>
                  </a:lnTo>
                  <a:lnTo>
                    <a:pt x="0" y="0"/>
                  </a:lnTo>
                  <a:lnTo>
                    <a:pt x="666493" y="0"/>
                  </a:lnTo>
                  <a:close/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30764" y="3638733"/>
              <a:ext cx="0" cy="853119"/>
            </a:xfrm>
            <a:custGeom>
              <a:avLst/>
              <a:pathLst>
                <a:path w="0" h="853119">
                  <a:moveTo>
                    <a:pt x="0" y="85311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2179" y="2927801"/>
              <a:ext cx="912043" cy="0"/>
            </a:xfrm>
            <a:custGeom>
              <a:avLst/>
              <a:pathLst>
                <a:path w="912043" h="0">
                  <a:moveTo>
                    <a:pt x="0" y="0"/>
                  </a:moveTo>
                  <a:lnTo>
                    <a:pt x="91204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66363" y="2927801"/>
              <a:ext cx="1227750" cy="0"/>
            </a:xfrm>
            <a:custGeom>
              <a:avLst/>
              <a:pathLst>
                <a:path w="1227750" h="0">
                  <a:moveTo>
                    <a:pt x="122775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5294113" y="2501241"/>
              <a:ext cx="1368065" cy="853119"/>
            </a:xfrm>
            <a:custGeom>
              <a:avLst/>
              <a:pathLst>
                <a:path w="1368065" h="853119">
                  <a:moveTo>
                    <a:pt x="1368065" y="853119"/>
                  </a:moveTo>
                  <a:lnTo>
                    <a:pt x="0" y="853119"/>
                  </a:lnTo>
                  <a:lnTo>
                    <a:pt x="0" y="0"/>
                  </a:lnTo>
                  <a:lnTo>
                    <a:pt x="1368065" y="0"/>
                  </a:lnTo>
                  <a:close/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50135" y="2501241"/>
              <a:ext cx="0" cy="853119"/>
            </a:xfrm>
            <a:custGeom>
              <a:avLst/>
              <a:pathLst>
                <a:path w="0" h="853119">
                  <a:moveTo>
                    <a:pt x="0" y="85311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8671911" y="1765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56943" y="1790309"/>
              <a:ext cx="1438222" cy="0"/>
            </a:xfrm>
            <a:custGeom>
              <a:avLst/>
              <a:pathLst>
                <a:path w="1438222" h="0">
                  <a:moveTo>
                    <a:pt x="0" y="0"/>
                  </a:moveTo>
                  <a:lnTo>
                    <a:pt x="143822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908249" y="1790309"/>
              <a:ext cx="245550" cy="0"/>
            </a:xfrm>
            <a:custGeom>
              <a:avLst/>
              <a:pathLst>
                <a:path w="245550" h="0">
                  <a:moveTo>
                    <a:pt x="24555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5153799" y="1363749"/>
              <a:ext cx="1403143" cy="853119"/>
            </a:xfrm>
            <a:custGeom>
              <a:avLst/>
              <a:pathLst>
                <a:path w="1403143" h="853119">
                  <a:moveTo>
                    <a:pt x="1403143" y="853119"/>
                  </a:moveTo>
                  <a:lnTo>
                    <a:pt x="0" y="853119"/>
                  </a:lnTo>
                  <a:lnTo>
                    <a:pt x="0" y="0"/>
                  </a:lnTo>
                  <a:lnTo>
                    <a:pt x="1403143" y="0"/>
                  </a:lnTo>
                  <a:close/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50135" y="1363749"/>
              <a:ext cx="0" cy="853119"/>
            </a:xfrm>
            <a:custGeom>
              <a:avLst/>
              <a:pathLst>
                <a:path w="0" h="853119">
                  <a:moveTo>
                    <a:pt x="0" y="85311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017191" y="3187857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861982" y="3270988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976861" y="2619060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126632" y="2584118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269698" y="2579369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274943" y="2583713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5401361" y="2889868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553041" y="2905242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836495" y="2561729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111624" y="2934589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381613" y="2838962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6541625" y="2809268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802678" y="2872216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6965086" y="2932758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940631" y="3068529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528745" y="3186841"/>
              <a:ext cx="117404" cy="117404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856175" y="2140858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979277" y="1557867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984400" y="1509819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988318" y="2103161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002995" y="1513667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124498" y="1695569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5279365" y="1410323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5261074" y="1379796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537329" y="1470848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681137" y="1821848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5683133" y="1781743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983441" y="1501853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6386075" y="1455012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6393731" y="1313874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403933" y="1627232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6827845" y="1642752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960902" y="2114340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7236445" y="2117074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946228" y="1733864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8639368" y="1996449"/>
              <a:ext cx="117404" cy="117404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858932" y="3618763"/>
              <a:ext cx="117404" cy="117404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992950" y="3904661"/>
              <a:ext cx="117404" cy="117404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411029" y="4154684"/>
              <a:ext cx="117404" cy="117404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562369" y="3564222"/>
              <a:ext cx="117404" cy="117404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959121" y="4238538"/>
              <a:ext cx="117404" cy="117404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969017" y="3796075"/>
              <a:ext cx="117404" cy="117404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118005" y="4373788"/>
              <a:ext cx="117404" cy="117404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106509" y="3598941"/>
              <a:ext cx="117404" cy="117404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674510" y="4356160"/>
              <a:ext cx="117404" cy="117404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966250" y="4307193"/>
              <a:ext cx="117404" cy="117404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582847" y="4777587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990324" y="5568085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982692" y="5002553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996155" y="4905417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276711" y="5282212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260964" y="4933895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406790" y="4980688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691645" y="5207230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843295" y="5592764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823509" y="5271609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6118421" y="5392923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380853" y="5465624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817222" y="5528557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7107885" y="4800452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7507308" y="4986843"/>
              <a:ext cx="117404" cy="117404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3678613" y="1107814"/>
              <a:ext cx="5258478" cy="477746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678613" y="1107814"/>
              <a:ext cx="0" cy="4777466"/>
            </a:xfrm>
            <a:custGeom>
              <a:avLst/>
              <a:pathLst>
                <a:path w="0" h="4777466">
                  <a:moveTo>
                    <a:pt x="0" y="47774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tx87"/>
            <p:cNvSpPr/>
            <p:nvPr/>
          </p:nvSpPr>
          <p:spPr>
            <a:xfrm>
              <a:off x="2084417" y="5055321"/>
              <a:ext cx="1531565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West (n = 15)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999213" y="3917829"/>
              <a:ext cx="1616769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South (n = 10)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154739" y="2780337"/>
              <a:ext cx="1461244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East (n = 16)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041877" y="1642845"/>
              <a:ext cx="1574105" cy="2383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North (n = 20)</a:t>
              </a:r>
            </a:p>
          </p:txBody>
        </p:sp>
        <p:sp>
          <p:nvSpPr>
            <p:cNvPr id="91" name="pl91"/>
            <p:cNvSpPr/>
            <p:nvPr/>
          </p:nvSpPr>
          <p:spPr>
            <a:xfrm>
              <a:off x="3643819" y="52027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643819" y="40652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643819" y="29278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643819" y="17903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678613" y="5885280"/>
              <a:ext cx="5258478" cy="0"/>
            </a:xfrm>
            <a:custGeom>
              <a:avLst/>
              <a:pathLst>
                <a:path w="5258478" h="0">
                  <a:moveTo>
                    <a:pt x="0" y="0"/>
                  </a:moveTo>
                  <a:lnTo>
                    <a:pt x="525847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785734" y="588528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188878" y="588528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592021" y="588528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995165" y="588528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>
              <a:off x="3573840" y="5944065"/>
              <a:ext cx="42378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110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4976984" y="5944065"/>
              <a:ext cx="42378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6380127" y="5943941"/>
              <a:ext cx="423788" cy="185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130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783271" y="5944065"/>
              <a:ext cx="423788" cy="1856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693564" y="6217729"/>
              <a:ext cx="1228576" cy="1849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Julian date</a:t>
              </a:r>
            </a:p>
          </p:txBody>
        </p:sp>
        <p:sp>
          <p:nvSpPr>
            <p:cNvPr id="105" name="tx105"/>
            <p:cNvSpPr/>
            <p:nvPr/>
          </p:nvSpPr>
          <p:spPr>
            <a:xfrm rot="-5400000">
              <a:off x="1227583" y="3402475"/>
              <a:ext cx="1242466" cy="1881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Orientation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2026-07-16T00:21:58Z</dcterms:modified>
</cp:coreProperties>
</file>