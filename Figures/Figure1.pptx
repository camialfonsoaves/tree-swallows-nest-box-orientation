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199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673851" y="1107814"/>
              <a:ext cx="5263241" cy="47869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6301336" y="5210949"/>
              <a:ext cx="1261435" cy="0"/>
            </a:xfrm>
            <a:custGeom>
              <a:avLst/>
              <a:pathLst>
                <a:path w="1261435" h="0">
                  <a:moveTo>
                    <a:pt x="0" y="0"/>
                  </a:moveTo>
                  <a:lnTo>
                    <a:pt x="126143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619423" y="5210949"/>
              <a:ext cx="560637" cy="0"/>
            </a:xfrm>
            <a:custGeom>
              <a:avLst/>
              <a:pathLst>
                <a:path w="560637" h="0">
                  <a:moveTo>
                    <a:pt x="560637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5180060" y="4783539"/>
              <a:ext cx="1121275" cy="854819"/>
            </a:xfrm>
            <a:custGeom>
              <a:avLst/>
              <a:pathLst>
                <a:path w="1121275" h="854819">
                  <a:moveTo>
                    <a:pt x="1121275" y="854819"/>
                  </a:moveTo>
                  <a:lnTo>
                    <a:pt x="0" y="854819"/>
                  </a:lnTo>
                  <a:lnTo>
                    <a:pt x="0" y="0"/>
                  </a:lnTo>
                  <a:lnTo>
                    <a:pt x="1121275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40698" y="4783539"/>
              <a:ext cx="0" cy="854819"/>
            </a:xfrm>
            <a:custGeom>
              <a:avLst/>
              <a:pathLst>
                <a:path w="0" h="854819">
                  <a:moveTo>
                    <a:pt x="0" y="8548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893799" y="4046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1177" y="4071189"/>
              <a:ext cx="840956" cy="0"/>
            </a:xfrm>
            <a:custGeom>
              <a:avLst/>
              <a:pathLst>
                <a:path w="840956" h="0">
                  <a:moveTo>
                    <a:pt x="0" y="0"/>
                  </a:moveTo>
                  <a:lnTo>
                    <a:pt x="84095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39901" y="4071189"/>
              <a:ext cx="455518" cy="0"/>
            </a:xfrm>
            <a:custGeom>
              <a:avLst/>
              <a:pathLst>
                <a:path w="455518" h="0">
                  <a:moveTo>
                    <a:pt x="455518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5495419" y="3643779"/>
              <a:ext cx="665757" cy="854819"/>
            </a:xfrm>
            <a:custGeom>
              <a:avLst/>
              <a:pathLst>
                <a:path w="665757" h="854819">
                  <a:moveTo>
                    <a:pt x="665757" y="854819"/>
                  </a:moveTo>
                  <a:lnTo>
                    <a:pt x="0" y="854819"/>
                  </a:lnTo>
                  <a:lnTo>
                    <a:pt x="0" y="0"/>
                  </a:lnTo>
                  <a:lnTo>
                    <a:pt x="665757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021017" y="3643779"/>
              <a:ext cx="0" cy="854819"/>
            </a:xfrm>
            <a:custGeom>
              <a:avLst/>
              <a:pathLst>
                <a:path w="0" h="854819">
                  <a:moveTo>
                    <a:pt x="0" y="8548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51735" y="2931429"/>
              <a:ext cx="911036" cy="0"/>
            </a:xfrm>
            <a:custGeom>
              <a:avLst/>
              <a:pathLst>
                <a:path w="911036" h="0">
                  <a:moveTo>
                    <a:pt x="0" y="0"/>
                  </a:moveTo>
                  <a:lnTo>
                    <a:pt x="9110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58785" y="2931429"/>
              <a:ext cx="1226395" cy="0"/>
            </a:xfrm>
            <a:custGeom>
              <a:avLst/>
              <a:pathLst>
                <a:path w="1226395" h="0">
                  <a:moveTo>
                    <a:pt x="1226395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5285180" y="2504019"/>
              <a:ext cx="1366554" cy="854819"/>
            </a:xfrm>
            <a:custGeom>
              <a:avLst/>
              <a:pathLst>
                <a:path w="1366554" h="854819">
                  <a:moveTo>
                    <a:pt x="1366554" y="854819"/>
                  </a:moveTo>
                  <a:lnTo>
                    <a:pt x="0" y="854819"/>
                  </a:lnTo>
                  <a:lnTo>
                    <a:pt x="0" y="0"/>
                  </a:lnTo>
                  <a:lnTo>
                    <a:pt x="1366554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40698" y="2504019"/>
              <a:ext cx="0" cy="854819"/>
            </a:xfrm>
            <a:custGeom>
              <a:avLst/>
              <a:pathLst>
                <a:path w="0" h="854819">
                  <a:moveTo>
                    <a:pt x="0" y="8548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8659221" y="1766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46615" y="1791669"/>
              <a:ext cx="1436634" cy="0"/>
            </a:xfrm>
            <a:custGeom>
              <a:avLst/>
              <a:pathLst>
                <a:path w="1436634" h="0">
                  <a:moveTo>
                    <a:pt x="0" y="0"/>
                  </a:moveTo>
                  <a:lnTo>
                    <a:pt x="143663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99741" y="1791669"/>
              <a:ext cx="245279" cy="0"/>
            </a:xfrm>
            <a:custGeom>
              <a:avLst/>
              <a:pathLst>
                <a:path w="245279" h="0">
                  <a:moveTo>
                    <a:pt x="245279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5021" y="1364260"/>
              <a:ext cx="1401594" cy="854819"/>
            </a:xfrm>
            <a:custGeom>
              <a:avLst/>
              <a:pathLst>
                <a:path w="1401594" h="854819">
                  <a:moveTo>
                    <a:pt x="1401594" y="854819"/>
                  </a:moveTo>
                  <a:lnTo>
                    <a:pt x="0" y="854819"/>
                  </a:lnTo>
                  <a:lnTo>
                    <a:pt x="0" y="0"/>
                  </a:lnTo>
                  <a:lnTo>
                    <a:pt x="1401594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740698" y="1364260"/>
              <a:ext cx="0" cy="854819"/>
            </a:xfrm>
            <a:custGeom>
              <a:avLst/>
              <a:pathLst>
                <a:path w="0" h="854819">
                  <a:moveTo>
                    <a:pt x="0" y="8548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08105" y="3097788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848201" y="2578396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992035" y="2924917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29801" y="3079615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253086" y="2655689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255991" y="2813366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409772" y="2617181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553828" y="2516252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825304" y="2844270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94501" y="2478422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2455" y="3274929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7286" y="2421010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805175" y="3164816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954439" y="2439067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948824" y="2634173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09786" y="3059507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32837" y="1411541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93708" y="2094634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972924" y="2125776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76753" y="1891350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988064" y="1888496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116046" y="1996690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271258" y="1652058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57561" y="1570308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546026" y="1322072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679273" y="1582743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693611" y="1970404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951922" y="1626217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88323" y="1650817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372537" y="1721404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382989" y="2089567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00902" y="2083278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951995" y="1390375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7232739" y="1895817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7918516" y="2101814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8639151" y="1567082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54386" y="3845395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993689" y="3844249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414268" y="3566414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36843" y="3898663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958877" y="3885421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966784" y="4260789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6108547" y="3619735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095428" y="4172914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656429" y="3730560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944276" y="4372015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552054" y="5197467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992503" y="4864317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994965" y="4870370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991584" y="4947922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253000" y="5317689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272876" y="5031904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404935" y="4970259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675319" y="4906307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814193" y="4736642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23502" y="4857586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114455" y="4931106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396707" y="5581319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791643" y="5244643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096479" y="5199458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7515348" y="5552714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673851" y="1107814"/>
              <a:ext cx="5263241" cy="478699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673851" y="1107814"/>
              <a:ext cx="0" cy="4786991"/>
            </a:xfrm>
            <a:custGeom>
              <a:avLst/>
              <a:pathLst>
                <a:path w="0" h="4786991">
                  <a:moveTo>
                    <a:pt x="0" y="478699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2079655" y="5063485"/>
              <a:ext cx="1531565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West (n = 15)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994451" y="3923725"/>
              <a:ext cx="1616769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South (n = 10)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149976" y="2783965"/>
              <a:ext cx="1461244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East (n = 16)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037115" y="1644206"/>
              <a:ext cx="1574105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North (n = 20)</a:t>
              </a:r>
            </a:p>
          </p:txBody>
        </p:sp>
        <p:sp>
          <p:nvSpPr>
            <p:cNvPr id="91" name="pl91"/>
            <p:cNvSpPr/>
            <p:nvPr/>
          </p:nvSpPr>
          <p:spPr>
            <a:xfrm>
              <a:off x="3639056" y="521094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3639056" y="40711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3639056" y="29314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3639056" y="17916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3673851" y="5894805"/>
              <a:ext cx="5263241" cy="0"/>
            </a:xfrm>
            <a:custGeom>
              <a:avLst/>
              <a:pathLst>
                <a:path w="5263241" h="0">
                  <a:moveTo>
                    <a:pt x="0" y="0"/>
                  </a:moveTo>
                  <a:lnTo>
                    <a:pt x="526324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778466" y="589480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5180060" y="589480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581655" y="589480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7983250" y="589480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3566572" y="5953590"/>
              <a:ext cx="423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4968166" y="5953590"/>
              <a:ext cx="423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369761" y="5953466"/>
              <a:ext cx="423788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771356" y="5953590"/>
              <a:ext cx="423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691183" y="6222492"/>
              <a:ext cx="1228576" cy="1849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Julian date</a:t>
              </a:r>
            </a:p>
          </p:txBody>
        </p:sp>
        <p:sp>
          <p:nvSpPr>
            <p:cNvPr id="105" name="tx105"/>
            <p:cNvSpPr/>
            <p:nvPr/>
          </p:nvSpPr>
          <p:spPr>
            <a:xfrm rot="-5400000">
              <a:off x="1227583" y="3407237"/>
              <a:ext cx="1242466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Orientation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2026-07-15T16:33:04Z</dcterms:modified>
</cp:coreProperties>
</file>