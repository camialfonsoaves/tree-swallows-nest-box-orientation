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74531" y="1107814"/>
              <a:ext cx="6762560" cy="43597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4602158" y="2912822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2915298" y="2857329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7804141" y="2923728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893318" y="2846467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148275" y="222448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7809100" y="2921977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4536790" y="2167172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892104" y="3052834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8145933" y="3605264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6399828" y="4348236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142654" y="245872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8017281" y="2194833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832398" y="2108719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874867" y="2267731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173595" y="2744501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527492" y="3490496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174333" y="3200951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372197" y="2707406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066338" y="2491168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7780845" y="2194345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086420" y="2810664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373826" y="2815739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456139" y="2762950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07842" y="2276281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869089" y="2302296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363562" y="2658305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449773" y="3052572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190597" y="2806018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48779" y="2419195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285868" y="2974127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28532" y="2170531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882824" y="2299960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619000" y="2790645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527805" y="2111723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8210363" y="3445990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919605" y="1758721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8014532" y="3416287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911165" y="1276272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257703" y="2195638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841944" y="2794925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112909" y="288793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459490" y="2243304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085553" y="5210689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941087" y="2347858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036703" y="3004739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6603669" y="2407978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858923" y="2421950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60107" y="161133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940695" y="1820484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054537" y="2289243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416554" y="2448888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611707" y="2194158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65106" y="2446654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648945" y="2135018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7641215" y="2815429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183754" y="2336807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604746" y="2889922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556042" y="2748772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96193" y="177540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203229" y="5120007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116881" y="3895763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006467" y="3419060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946664" y="2867174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534306" y="2971816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115785" y="1281158"/>
              <a:ext cx="49651" cy="49651"/>
            </a:xfrm>
            <a:prstGeom prst="ellipse">
              <a:avLst/>
            </a:prstGeom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40611" y="1843402"/>
              <a:ext cx="0" cy="537418"/>
            </a:xfrm>
            <a:custGeom>
              <a:avLst/>
              <a:pathLst>
                <a:path w="0" h="537418">
                  <a:moveTo>
                    <a:pt x="0" y="5374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40611" y="2918239"/>
              <a:ext cx="0" cy="537418"/>
            </a:xfrm>
            <a:custGeom>
              <a:avLst/>
              <a:pathLst>
                <a:path w="0" h="537418">
                  <a:moveTo>
                    <a:pt x="0" y="0"/>
                  </a:moveTo>
                  <a:lnTo>
                    <a:pt x="0" y="53741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536811" y="2380821"/>
              <a:ext cx="1207600" cy="537418"/>
            </a:xfrm>
            <a:custGeom>
              <a:avLst/>
              <a:pathLst>
                <a:path w="1207600" h="537418">
                  <a:moveTo>
                    <a:pt x="0" y="0"/>
                  </a:moveTo>
                  <a:lnTo>
                    <a:pt x="0" y="537418"/>
                  </a:lnTo>
                  <a:lnTo>
                    <a:pt x="1207600" y="537418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36811" y="2649530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750745" y="238082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750745" y="2918239"/>
              <a:ext cx="0" cy="537418"/>
            </a:xfrm>
            <a:custGeom>
              <a:avLst/>
              <a:pathLst>
                <a:path w="0" h="537418">
                  <a:moveTo>
                    <a:pt x="0" y="0"/>
                  </a:moveTo>
                  <a:lnTo>
                    <a:pt x="0" y="53741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146945" y="2380821"/>
              <a:ext cx="1207600" cy="537418"/>
            </a:xfrm>
            <a:custGeom>
              <a:avLst/>
              <a:pathLst>
                <a:path w="1207600" h="537418">
                  <a:moveTo>
                    <a:pt x="0" y="0"/>
                  </a:moveTo>
                  <a:lnTo>
                    <a:pt x="0" y="537418"/>
                  </a:lnTo>
                  <a:lnTo>
                    <a:pt x="1207600" y="537418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46945" y="2918239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360878" y="238082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360878" y="3993076"/>
              <a:ext cx="0" cy="1074836"/>
            </a:xfrm>
            <a:custGeom>
              <a:avLst/>
              <a:pathLst>
                <a:path w="0" h="1074836">
                  <a:moveTo>
                    <a:pt x="0" y="0"/>
                  </a:moveTo>
                  <a:lnTo>
                    <a:pt x="0" y="107483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5757078" y="2380821"/>
              <a:ext cx="1207600" cy="1612255"/>
            </a:xfrm>
            <a:custGeom>
              <a:avLst/>
              <a:pathLst>
                <a:path w="1207600" h="1612255">
                  <a:moveTo>
                    <a:pt x="0" y="0"/>
                  </a:moveTo>
                  <a:lnTo>
                    <a:pt x="0" y="1612255"/>
                  </a:lnTo>
                  <a:lnTo>
                    <a:pt x="1207600" y="1612255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757078" y="2918239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971012" y="1843402"/>
              <a:ext cx="0" cy="537418"/>
            </a:xfrm>
            <a:custGeom>
              <a:avLst/>
              <a:pathLst>
                <a:path w="0" h="537418">
                  <a:moveTo>
                    <a:pt x="0" y="5374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971012" y="3052594"/>
              <a:ext cx="0" cy="940482"/>
            </a:xfrm>
            <a:custGeom>
              <a:avLst/>
              <a:pathLst>
                <a:path w="0" h="940482">
                  <a:moveTo>
                    <a:pt x="0" y="0"/>
                  </a:moveTo>
                  <a:lnTo>
                    <a:pt x="0" y="94048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7367212" y="2380821"/>
              <a:ext cx="1207600" cy="671772"/>
            </a:xfrm>
            <a:custGeom>
              <a:avLst/>
              <a:pathLst>
                <a:path w="1207600" h="671772">
                  <a:moveTo>
                    <a:pt x="0" y="0"/>
                  </a:moveTo>
                  <a:lnTo>
                    <a:pt x="0" y="671772"/>
                  </a:lnTo>
                  <a:lnTo>
                    <a:pt x="1207600" y="671772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7367212" y="2649530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174531" y="1107814"/>
              <a:ext cx="6762560" cy="435974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174531" y="1107814"/>
              <a:ext cx="0" cy="4359748"/>
            </a:xfrm>
            <a:custGeom>
              <a:avLst/>
              <a:pathLst>
                <a:path w="0" h="4359748">
                  <a:moveTo>
                    <a:pt x="0" y="43597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2005954" y="4461754"/>
              <a:ext cx="105947" cy="1369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005954" y="3387475"/>
              <a:ext cx="105947" cy="136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005954" y="2309755"/>
              <a:ext cx="105947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005954" y="1234919"/>
              <a:ext cx="105947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93" name="pl93"/>
            <p:cNvSpPr/>
            <p:nvPr/>
          </p:nvSpPr>
          <p:spPr>
            <a:xfrm>
              <a:off x="2139737" y="4530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139737" y="34556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139737" y="23808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139737" y="13059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174531" y="5467562"/>
              <a:ext cx="6762560" cy="0"/>
            </a:xfrm>
            <a:custGeom>
              <a:avLst/>
              <a:pathLst>
                <a:path w="6762560" h="0">
                  <a:moveTo>
                    <a:pt x="0" y="0"/>
                  </a:moveTo>
                  <a:lnTo>
                    <a:pt x="676256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140611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50745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360878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971012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2907695" y="5527960"/>
              <a:ext cx="465832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560152" y="5527960"/>
              <a:ext cx="381186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6111963" y="5525541"/>
              <a:ext cx="497830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754048" y="5527960"/>
              <a:ext cx="433927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996702" y="5740269"/>
              <a:ext cx="111822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Orientation</a:t>
              </a:r>
            </a:p>
          </p:txBody>
        </p:sp>
        <p:sp>
          <p:nvSpPr>
            <p:cNvPr id="107" name="tx107"/>
            <p:cNvSpPr/>
            <p:nvPr/>
          </p:nvSpPr>
          <p:spPr>
            <a:xfrm rot="-5400000">
              <a:off x="794543" y="3180420"/>
              <a:ext cx="204579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laid eggs</a:t>
              </a:r>
            </a:p>
          </p:txBody>
        </p:sp>
        <p:sp>
          <p:nvSpPr>
            <p:cNvPr id="108" name="rc108"/>
            <p:cNvSpPr/>
            <p:nvPr/>
          </p:nvSpPr>
          <p:spPr>
            <a:xfrm>
              <a:off x="3994657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045682" y="621701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4810491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861516" y="6217016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5545362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596388" y="6217016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6389771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440797" y="6217016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4283702" y="6205304"/>
              <a:ext cx="465832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099536" y="6205304"/>
              <a:ext cx="381186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834407" y="6202886"/>
              <a:ext cx="497830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678816" y="6205304"/>
              <a:ext cx="433927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2026-07-17T16:28:58Z</dcterms:modified>
</cp:coreProperties>
</file>