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0698163" cy="7562850"/>
  <p:notesSz cx="6858000" cy="9144000"/>
  <p:defaultTextStyle>
    <a:defPPr>
      <a:defRPr lang="en-US"/>
    </a:defPPr>
    <a:lvl1pPr marL="0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982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964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947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929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911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893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5876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3858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76" d="100"/>
          <a:sy n="76" d="100"/>
        </p:scale>
        <p:origin x="-1320" y="-77"/>
      </p:cViewPr>
      <p:guideLst>
        <p:guide orient="horz" pos="2382"/>
        <p:guide pos="33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62" y="2349388"/>
            <a:ext cx="9093439" cy="162111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4725" y="4285615"/>
            <a:ext cx="7488714" cy="193272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79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59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9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919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899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87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858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838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081" y="4859833"/>
            <a:ext cx="9093439" cy="1502066"/>
          </a:xfrm>
        </p:spPr>
        <p:txBody>
          <a:bodyPr anchor="t"/>
          <a:lstStyle>
            <a:lvl1pPr algn="l">
              <a:defRPr sz="44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081" y="3205460"/>
            <a:ext cx="9093439" cy="1654373"/>
          </a:xfrm>
        </p:spPr>
        <p:txBody>
          <a:bodyPr anchor="b"/>
          <a:lstStyle>
            <a:lvl1pPr marL="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97982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95964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3pPr>
            <a:lvl4pPr marL="1493947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4pPr>
            <a:lvl5pPr marL="199192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5pPr>
            <a:lvl6pPr marL="2489911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6pPr>
            <a:lvl7pPr marL="2987893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7pPr>
            <a:lvl8pPr marL="348587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8pPr>
            <a:lvl9pPr marL="3983858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9486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83991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9" y="1692889"/>
            <a:ext cx="4726880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09" y="2398404"/>
            <a:ext cx="4726880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34519" y="1692889"/>
            <a:ext cx="4728738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34519" y="2398404"/>
            <a:ext cx="4728738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9" y="301113"/>
            <a:ext cx="3519622" cy="1281483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2686" y="301116"/>
            <a:ext cx="5980569" cy="6454683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60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4909" y="1582598"/>
            <a:ext cx="3519622" cy="5173200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914" y="5293995"/>
            <a:ext cx="6418898" cy="624986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96914" y="675755"/>
            <a:ext cx="6418898" cy="4537710"/>
          </a:xfrm>
        </p:spPr>
        <p:txBody>
          <a:bodyPr/>
          <a:lstStyle>
            <a:lvl1pPr marL="0" indent="0">
              <a:buNone/>
              <a:defRPr sz="3500"/>
            </a:lvl1pPr>
            <a:lvl2pPr marL="497982" indent="0">
              <a:buNone/>
              <a:defRPr sz="3000"/>
            </a:lvl2pPr>
            <a:lvl3pPr marL="995964" indent="0">
              <a:buNone/>
              <a:defRPr sz="2600"/>
            </a:lvl3pPr>
            <a:lvl4pPr marL="1493947" indent="0">
              <a:buNone/>
              <a:defRPr sz="2200"/>
            </a:lvl4pPr>
            <a:lvl5pPr marL="1991929" indent="0">
              <a:buNone/>
              <a:defRPr sz="2200"/>
            </a:lvl5pPr>
            <a:lvl6pPr marL="2489911" indent="0">
              <a:buNone/>
              <a:defRPr sz="2200"/>
            </a:lvl6pPr>
            <a:lvl7pPr marL="2987893" indent="0">
              <a:buNone/>
              <a:defRPr sz="2200"/>
            </a:lvl7pPr>
            <a:lvl8pPr marL="3485876" indent="0">
              <a:buNone/>
              <a:defRPr sz="2200"/>
            </a:lvl8pPr>
            <a:lvl9pPr marL="3983858" indent="0">
              <a:buNone/>
              <a:defRPr sz="2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96914" y="5918981"/>
            <a:ext cx="6418898" cy="887584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02515" y="302867"/>
            <a:ext cx="2607678" cy="645293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9485" y="302867"/>
            <a:ext cx="7644730" cy="645293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  <a:prstGeom prst="rect">
            <a:avLst/>
          </a:prstGeom>
        </p:spPr>
        <p:txBody>
          <a:bodyPr vert="horz" lIns="99596" tIns="49798" rIns="99596" bIns="49798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8" y="1764667"/>
            <a:ext cx="9628347" cy="4991131"/>
          </a:xfrm>
          <a:prstGeom prst="rect">
            <a:avLst/>
          </a:prstGeom>
        </p:spPr>
        <p:txBody>
          <a:bodyPr vert="horz" lIns="99596" tIns="49798" rIns="99596" bIns="49798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908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55206" y="7009644"/>
            <a:ext cx="3387752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67017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95964" rtl="0" eaLnBrk="1" latinLnBrk="0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487" indent="-373487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9221" indent="-311239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956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938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920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902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6885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4867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2849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982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964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947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929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911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893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5876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3858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691481" y="1038225"/>
            <a:ext cx="7315200" cy="5486400"/>
            <a:chOff x="1691481" y="1038225"/>
            <a:chExt cx="7315200" cy="5486400"/>
          </a:xfrm>
        </p:grpSpPr>
        <p:sp>
          <p:nvSpPr>
            <p:cNvPr id="3" name="rc3"/>
            <p:cNvSpPr/>
            <p:nvPr/>
          </p:nvSpPr>
          <p:spPr>
            <a:xfrm>
              <a:off x="1691481" y="1038225"/>
              <a:ext cx="73152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91481" y="1038225"/>
              <a:ext cx="73152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174531" y="1107814"/>
              <a:ext cx="6762560" cy="43597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4702336" y="2855186"/>
              <a:ext cx="117404" cy="117404"/>
            </a:xfrm>
            <a:prstGeom prst="ellipse">
              <a:avLst/>
            </a:prstGeom>
            <a:solidFill>
              <a:srgbClr val="00BFC4">
                <a:alpha val="60000"/>
              </a:srgbClr>
            </a:solidFill>
            <a:ln w="9000" cap="rnd">
              <a:solidFill>
                <a:srgbClr val="00BFC4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3358506" y="3097624"/>
              <a:ext cx="117404" cy="117404"/>
            </a:xfrm>
            <a:prstGeom prst="ellipse">
              <a:avLst/>
            </a:prstGeom>
            <a:solidFill>
              <a:srgbClr val="C77CFF">
                <a:alpha val="60000"/>
              </a:srgbClr>
            </a:solidFill>
            <a:ln w="9000" cap="rnd">
              <a:solidFill>
                <a:srgbClr val="C77CFF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7998267" y="2806788"/>
              <a:ext cx="117404" cy="117404"/>
            </a:xfrm>
            <a:prstGeom prst="ellipse">
              <a:avLst/>
            </a:prstGeom>
            <a:solidFill>
              <a:srgbClr val="F8766D">
                <a:alpha val="60000"/>
              </a:srgbClr>
            </a:solidFill>
            <a:ln w="9000" cap="rnd">
              <a:solidFill>
                <a:srgbClr val="F8766D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4523504" y="2942541"/>
              <a:ext cx="117404" cy="117404"/>
            </a:xfrm>
            <a:prstGeom prst="ellipse">
              <a:avLst/>
            </a:prstGeom>
            <a:solidFill>
              <a:srgbClr val="00BFC4">
                <a:alpha val="60000"/>
              </a:srgbClr>
            </a:solidFill>
            <a:ln w="9000" cap="rnd">
              <a:solidFill>
                <a:srgbClr val="00BFC4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275315" y="2325424"/>
              <a:ext cx="117404" cy="117404"/>
            </a:xfrm>
            <a:prstGeom prst="ellipse">
              <a:avLst/>
            </a:prstGeom>
            <a:solidFill>
              <a:srgbClr val="C77CFF">
                <a:alpha val="60000"/>
              </a:srgbClr>
            </a:solidFill>
            <a:ln w="9000" cap="rnd">
              <a:solidFill>
                <a:srgbClr val="C77CFF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7831942" y="3062686"/>
              <a:ext cx="117404" cy="117404"/>
            </a:xfrm>
            <a:prstGeom prst="ellipse">
              <a:avLst/>
            </a:prstGeom>
            <a:solidFill>
              <a:srgbClr val="F8766D">
                <a:alpha val="60000"/>
              </a:srgbClr>
            </a:solidFill>
            <a:ln w="9000" cap="rnd">
              <a:solidFill>
                <a:srgbClr val="F8766D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4961134" y="2222327"/>
              <a:ext cx="117404" cy="117404"/>
            </a:xfrm>
            <a:prstGeom prst="ellipse">
              <a:avLst/>
            </a:prstGeom>
            <a:solidFill>
              <a:srgbClr val="00BFC4">
                <a:alpha val="60000"/>
              </a:srgbClr>
            </a:solidFill>
            <a:ln w="9000" cap="rnd">
              <a:solidFill>
                <a:srgbClr val="00BFC4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3318434" y="3099192"/>
              <a:ext cx="117404" cy="117404"/>
            </a:xfrm>
            <a:prstGeom prst="ellipse">
              <a:avLst/>
            </a:prstGeom>
            <a:solidFill>
              <a:srgbClr val="C77CFF">
                <a:alpha val="60000"/>
              </a:srgbClr>
            </a:solidFill>
            <a:ln w="9000" cap="rnd">
              <a:solidFill>
                <a:srgbClr val="C77CFF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8171991" y="3512637"/>
              <a:ext cx="117404" cy="117404"/>
            </a:xfrm>
            <a:prstGeom prst="ellipse">
              <a:avLst/>
            </a:prstGeom>
            <a:solidFill>
              <a:srgbClr val="F8766D">
                <a:alpha val="60000"/>
              </a:srgbClr>
            </a:solidFill>
            <a:ln w="9000" cap="rnd">
              <a:solidFill>
                <a:srgbClr val="F8766D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6045548" y="4628302"/>
              <a:ext cx="117404" cy="117404"/>
            </a:xfrm>
            <a:prstGeom prst="ellipse">
              <a:avLst/>
            </a:prstGeom>
            <a:solidFill>
              <a:srgbClr val="7CAE00">
                <a:alpha val="60000"/>
              </a:srgbClr>
            </a:solidFill>
            <a:ln w="9000" cap="rnd">
              <a:solidFill>
                <a:srgbClr val="7CAE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3268695" y="2552515"/>
              <a:ext cx="117404" cy="117404"/>
            </a:xfrm>
            <a:prstGeom prst="ellipse">
              <a:avLst/>
            </a:prstGeom>
            <a:solidFill>
              <a:srgbClr val="C77CFF">
                <a:alpha val="60000"/>
              </a:srgbClr>
            </a:solidFill>
            <a:ln w="9000" cap="rnd">
              <a:solidFill>
                <a:srgbClr val="C77CFF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7652259" y="2309444"/>
              <a:ext cx="117404" cy="117404"/>
            </a:xfrm>
            <a:prstGeom prst="ellipse">
              <a:avLst/>
            </a:prstGeom>
            <a:solidFill>
              <a:srgbClr val="F8766D">
                <a:alpha val="60000"/>
              </a:srgbClr>
            </a:solidFill>
            <a:ln w="9000" cap="rnd">
              <a:solidFill>
                <a:srgbClr val="F8766D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3291595" y="2167500"/>
              <a:ext cx="117404" cy="117404"/>
            </a:xfrm>
            <a:prstGeom prst="ellipse">
              <a:avLst/>
            </a:prstGeom>
            <a:solidFill>
              <a:srgbClr val="C77CFF">
                <a:alpha val="60000"/>
              </a:srgbClr>
            </a:solidFill>
            <a:ln w="9000" cap="rnd">
              <a:solidFill>
                <a:srgbClr val="C77CFF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612573" y="2455383"/>
              <a:ext cx="117404" cy="117404"/>
            </a:xfrm>
            <a:prstGeom prst="ellipse">
              <a:avLst/>
            </a:prstGeom>
            <a:solidFill>
              <a:srgbClr val="00BFC4">
                <a:alpha val="60000"/>
              </a:srgbClr>
            </a:solidFill>
            <a:ln w="9000" cap="rnd">
              <a:solidFill>
                <a:srgbClr val="00BFC4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3297610" y="3109890"/>
              <a:ext cx="117404" cy="117404"/>
            </a:xfrm>
            <a:prstGeom prst="ellipse">
              <a:avLst/>
            </a:prstGeom>
            <a:solidFill>
              <a:srgbClr val="C77CFF">
                <a:alpha val="60000"/>
              </a:srgbClr>
            </a:solidFill>
            <a:ln w="9000" cap="rnd">
              <a:solidFill>
                <a:srgbClr val="C77CFF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599208" y="3522401"/>
              <a:ext cx="117404" cy="117404"/>
            </a:xfrm>
            <a:prstGeom prst="ellipse">
              <a:avLst/>
            </a:prstGeom>
            <a:solidFill>
              <a:srgbClr val="00BFC4">
                <a:alpha val="60000"/>
              </a:srgbClr>
            </a:solidFill>
            <a:ln w="9000" cap="rnd">
              <a:solidFill>
                <a:srgbClr val="00BFC4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981511" y="3312898"/>
              <a:ext cx="117404" cy="117404"/>
            </a:xfrm>
            <a:prstGeom prst="ellipse">
              <a:avLst/>
            </a:prstGeom>
            <a:solidFill>
              <a:srgbClr val="7CAE00">
                <a:alpha val="60000"/>
              </a:srgbClr>
            </a:solidFill>
            <a:ln w="9000" cap="rnd">
              <a:solidFill>
                <a:srgbClr val="7CAE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559392" y="2745486"/>
              <a:ext cx="117404" cy="117404"/>
            </a:xfrm>
            <a:prstGeom prst="ellipse">
              <a:avLst/>
            </a:prstGeom>
            <a:solidFill>
              <a:srgbClr val="00BFC4">
                <a:alpha val="60000"/>
              </a:srgbClr>
            </a:solidFill>
            <a:ln w="9000" cap="rnd">
              <a:solidFill>
                <a:srgbClr val="00BFC4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6179807" y="2499724"/>
              <a:ext cx="117404" cy="117404"/>
            </a:xfrm>
            <a:prstGeom prst="ellipse">
              <a:avLst/>
            </a:prstGeom>
            <a:solidFill>
              <a:srgbClr val="7CAE00">
                <a:alpha val="60000"/>
              </a:srgbClr>
            </a:solidFill>
            <a:ln w="9000" cap="rnd">
              <a:solidFill>
                <a:srgbClr val="7CAE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7842388" y="2543094"/>
              <a:ext cx="117404" cy="117404"/>
            </a:xfrm>
            <a:prstGeom prst="ellipse">
              <a:avLst/>
            </a:prstGeom>
            <a:solidFill>
              <a:srgbClr val="F8766D">
                <a:alpha val="60000"/>
              </a:srgbClr>
            </a:solidFill>
            <a:ln w="9000" cap="rnd">
              <a:solidFill>
                <a:srgbClr val="F8766D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065451" y="3046760"/>
              <a:ext cx="117404" cy="117404"/>
            </a:xfrm>
            <a:prstGeom prst="ellipse">
              <a:avLst/>
            </a:prstGeom>
            <a:solidFill>
              <a:srgbClr val="C77CFF">
                <a:alpha val="60000"/>
              </a:srgbClr>
            </a:solidFill>
            <a:ln w="9000" cap="rnd">
              <a:solidFill>
                <a:srgbClr val="C77CFF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814192" y="3165203"/>
              <a:ext cx="117404" cy="117404"/>
            </a:xfrm>
            <a:prstGeom prst="ellipse">
              <a:avLst/>
            </a:prstGeom>
            <a:solidFill>
              <a:srgbClr val="00BFC4">
                <a:alpha val="60000"/>
              </a:srgbClr>
            </a:solidFill>
            <a:ln w="9000" cap="rnd">
              <a:solidFill>
                <a:srgbClr val="00BFC4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561186" y="2826467"/>
              <a:ext cx="117404" cy="117404"/>
            </a:xfrm>
            <a:prstGeom prst="ellipse">
              <a:avLst/>
            </a:prstGeom>
            <a:solidFill>
              <a:srgbClr val="7CAE00">
                <a:alpha val="60000"/>
              </a:srgbClr>
            </a:solidFill>
            <a:ln w="9000" cap="rnd">
              <a:solidFill>
                <a:srgbClr val="7CAE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600887" y="2402195"/>
              <a:ext cx="117404" cy="117404"/>
            </a:xfrm>
            <a:prstGeom prst="ellipse">
              <a:avLst/>
            </a:prstGeom>
            <a:solidFill>
              <a:srgbClr val="00BFC4">
                <a:alpha val="60000"/>
              </a:srgbClr>
            </a:solidFill>
            <a:ln w="9000" cap="rnd">
              <a:solidFill>
                <a:srgbClr val="00BFC4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7714027" y="2158327"/>
              <a:ext cx="117404" cy="117404"/>
            </a:xfrm>
            <a:prstGeom prst="ellipse">
              <a:avLst/>
            </a:prstGeom>
            <a:solidFill>
              <a:srgbClr val="F8766D">
                <a:alpha val="60000"/>
              </a:srgbClr>
            </a:solidFill>
            <a:ln w="9000" cap="rnd">
              <a:solidFill>
                <a:srgbClr val="F8766D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193011" y="3069857"/>
              <a:ext cx="117404" cy="117404"/>
            </a:xfrm>
            <a:prstGeom prst="ellipse">
              <a:avLst/>
            </a:prstGeom>
            <a:solidFill>
              <a:srgbClr val="C77CFF">
                <a:alpha val="60000"/>
              </a:srgbClr>
            </a:solidFill>
            <a:ln w="9000" cap="rnd">
              <a:solidFill>
                <a:srgbClr val="C77CFF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994599" y="3087781"/>
              <a:ext cx="117404" cy="117404"/>
            </a:xfrm>
            <a:prstGeom prst="ellipse">
              <a:avLst/>
            </a:prstGeom>
            <a:solidFill>
              <a:srgbClr val="00BFC4">
                <a:alpha val="60000"/>
              </a:srgbClr>
            </a:solidFill>
            <a:ln w="9000" cap="rnd">
              <a:solidFill>
                <a:srgbClr val="00BFC4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326865" y="2813291"/>
              <a:ext cx="117404" cy="117404"/>
            </a:xfrm>
            <a:prstGeom prst="ellipse">
              <a:avLst/>
            </a:prstGeom>
            <a:solidFill>
              <a:srgbClr val="C77CFF">
                <a:alpha val="60000"/>
              </a:srgbClr>
            </a:solidFill>
            <a:ln w="9000" cap="rnd">
              <a:solidFill>
                <a:srgbClr val="C77CFF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872852" y="2334755"/>
              <a:ext cx="117404" cy="117404"/>
            </a:xfrm>
            <a:prstGeom prst="ellipse">
              <a:avLst/>
            </a:prstGeom>
            <a:solidFill>
              <a:srgbClr val="00BFC4">
                <a:alpha val="60000"/>
              </a:srgbClr>
            </a:solidFill>
            <a:ln w="9000" cap="rnd">
              <a:solidFill>
                <a:srgbClr val="00BFC4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149904" y="3139956"/>
              <a:ext cx="117404" cy="117404"/>
            </a:xfrm>
            <a:prstGeom prst="ellipse">
              <a:avLst/>
            </a:prstGeom>
            <a:solidFill>
              <a:srgbClr val="C77CFF">
                <a:alpha val="60000"/>
              </a:srgbClr>
            </a:solidFill>
            <a:ln w="9000" cap="rnd">
              <a:solidFill>
                <a:srgbClr val="C77CFF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570388" y="2181399"/>
              <a:ext cx="117404" cy="117404"/>
            </a:xfrm>
            <a:prstGeom prst="ellipse">
              <a:avLst/>
            </a:prstGeom>
            <a:solidFill>
              <a:srgbClr val="00BFC4">
                <a:alpha val="60000"/>
              </a:srgbClr>
            </a:solidFill>
            <a:ln w="9000" cap="rnd">
              <a:solidFill>
                <a:srgbClr val="00BFC4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8091700" y="2317712"/>
              <a:ext cx="117404" cy="117404"/>
            </a:xfrm>
            <a:prstGeom prst="ellipse">
              <a:avLst/>
            </a:prstGeom>
            <a:solidFill>
              <a:srgbClr val="F8766D">
                <a:alpha val="60000"/>
              </a:srgbClr>
            </a:solidFill>
            <a:ln w="9000" cap="rnd">
              <a:solidFill>
                <a:srgbClr val="F8766D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388852" y="2776899"/>
              <a:ext cx="117404" cy="117404"/>
            </a:xfrm>
            <a:prstGeom prst="ellipse">
              <a:avLst/>
            </a:prstGeom>
            <a:solidFill>
              <a:srgbClr val="00BFC4">
                <a:alpha val="60000"/>
              </a:srgbClr>
            </a:solidFill>
            <a:ln w="9000" cap="rnd">
              <a:solidFill>
                <a:srgbClr val="00BFC4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393355" y="2405187"/>
              <a:ext cx="117404" cy="117404"/>
            </a:xfrm>
            <a:prstGeom prst="ellipse">
              <a:avLst/>
            </a:prstGeom>
            <a:solidFill>
              <a:srgbClr val="7CAE00">
                <a:alpha val="60000"/>
              </a:srgbClr>
            </a:solidFill>
            <a:ln w="9000" cap="rnd">
              <a:solidFill>
                <a:srgbClr val="7CAE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7961005" y="3292273"/>
              <a:ext cx="117404" cy="117404"/>
            </a:xfrm>
            <a:prstGeom prst="ellipse">
              <a:avLst/>
            </a:prstGeom>
            <a:solidFill>
              <a:srgbClr val="F8766D">
                <a:alpha val="60000"/>
              </a:srgbClr>
            </a:solidFill>
            <a:ln w="9000" cap="rnd">
              <a:solidFill>
                <a:srgbClr val="F8766D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167958" y="1992219"/>
              <a:ext cx="117404" cy="117404"/>
            </a:xfrm>
            <a:prstGeom prst="ellipse">
              <a:avLst/>
            </a:prstGeom>
            <a:solidFill>
              <a:srgbClr val="C77CFF">
                <a:alpha val="60000"/>
              </a:srgbClr>
            </a:solidFill>
            <a:ln w="9000" cap="rnd">
              <a:solidFill>
                <a:srgbClr val="C77CFF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8082428" y="3645409"/>
              <a:ext cx="117404" cy="117404"/>
            </a:xfrm>
            <a:prstGeom prst="ellipse">
              <a:avLst/>
            </a:prstGeom>
            <a:solidFill>
              <a:srgbClr val="F8766D">
                <a:alpha val="60000"/>
              </a:srgbClr>
            </a:solidFill>
            <a:ln w="9000" cap="rnd">
              <a:solidFill>
                <a:srgbClr val="F8766D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088683" y="1469075"/>
              <a:ext cx="117404" cy="117404"/>
            </a:xfrm>
            <a:prstGeom prst="ellipse">
              <a:avLst/>
            </a:prstGeom>
            <a:solidFill>
              <a:srgbClr val="C77CFF">
                <a:alpha val="60000"/>
              </a:srgbClr>
            </a:solidFill>
            <a:ln w="9000" cap="rnd">
              <a:solidFill>
                <a:srgbClr val="C77CFF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6429673" y="2349477"/>
              <a:ext cx="117404" cy="117404"/>
            </a:xfrm>
            <a:prstGeom prst="ellipse">
              <a:avLst/>
            </a:prstGeom>
            <a:solidFill>
              <a:srgbClr val="7CAE00">
                <a:alpha val="60000"/>
              </a:srgbClr>
            </a:solidFill>
            <a:ln w="9000" cap="rnd">
              <a:solidFill>
                <a:srgbClr val="7CAE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7887185" y="3103066"/>
              <a:ext cx="117404" cy="117404"/>
            </a:xfrm>
            <a:prstGeom prst="ellipse">
              <a:avLst/>
            </a:prstGeom>
            <a:solidFill>
              <a:srgbClr val="F8766D">
                <a:alpha val="60000"/>
              </a:srgbClr>
            </a:solidFill>
            <a:ln w="9000" cap="rnd">
              <a:solidFill>
                <a:srgbClr val="F8766D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887818" y="2996774"/>
              <a:ext cx="117404" cy="117404"/>
            </a:xfrm>
            <a:prstGeom prst="ellipse">
              <a:avLst/>
            </a:prstGeom>
            <a:solidFill>
              <a:srgbClr val="C77CFF">
                <a:alpha val="60000"/>
              </a:srgbClr>
            </a:solidFill>
            <a:ln w="9000" cap="rnd">
              <a:solidFill>
                <a:srgbClr val="C77CFF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773119" y="2362108"/>
              <a:ext cx="117404" cy="117404"/>
            </a:xfrm>
            <a:prstGeom prst="ellipse">
              <a:avLst/>
            </a:prstGeom>
            <a:solidFill>
              <a:srgbClr val="00BFC4">
                <a:alpha val="60000"/>
              </a:srgbClr>
            </a:solidFill>
            <a:ln w="9000" cap="rnd">
              <a:solidFill>
                <a:srgbClr val="00BFC4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6382870" y="5165431"/>
              <a:ext cx="117404" cy="117404"/>
            </a:xfrm>
            <a:prstGeom prst="ellipse">
              <a:avLst/>
            </a:prstGeom>
            <a:solidFill>
              <a:srgbClr val="7CAE00">
                <a:alpha val="60000"/>
              </a:srgbClr>
            </a:solidFill>
            <a:ln w="9000" cap="rnd">
              <a:solidFill>
                <a:srgbClr val="7CAE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7618670" y="2172473"/>
              <a:ext cx="117404" cy="117404"/>
            </a:xfrm>
            <a:prstGeom prst="ellipse">
              <a:avLst/>
            </a:prstGeom>
            <a:solidFill>
              <a:srgbClr val="F8766D">
                <a:alpha val="60000"/>
              </a:srgbClr>
            </a:solidFill>
            <a:ln w="9000" cap="rnd">
              <a:solidFill>
                <a:srgbClr val="F8766D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220965" y="3110111"/>
              <a:ext cx="117404" cy="117404"/>
            </a:xfrm>
            <a:prstGeom prst="ellipse">
              <a:avLst/>
            </a:prstGeom>
            <a:solidFill>
              <a:srgbClr val="C77CFF">
                <a:alpha val="60000"/>
              </a:srgbClr>
            </a:solidFill>
            <a:ln w="9000" cap="rnd">
              <a:solidFill>
                <a:srgbClr val="C77CFF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6544689" y="2410257"/>
              <a:ext cx="117404" cy="117404"/>
            </a:xfrm>
            <a:prstGeom prst="ellipse">
              <a:avLst/>
            </a:prstGeom>
            <a:solidFill>
              <a:srgbClr val="7CAE00">
                <a:alpha val="60000"/>
              </a:srgbClr>
            </a:solidFill>
            <a:ln w="9000" cap="rnd">
              <a:solidFill>
                <a:srgbClr val="7CAE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7962160" y="2590042"/>
              <a:ext cx="117404" cy="117404"/>
            </a:xfrm>
            <a:prstGeom prst="ellipse">
              <a:avLst/>
            </a:prstGeom>
            <a:solidFill>
              <a:srgbClr val="F8766D">
                <a:alpha val="60000"/>
              </a:srgbClr>
            </a:solidFill>
            <a:ln w="9000" cap="rnd">
              <a:solidFill>
                <a:srgbClr val="F8766D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204450" y="1671655"/>
              <a:ext cx="117404" cy="117404"/>
            </a:xfrm>
            <a:prstGeom prst="ellipse">
              <a:avLst/>
            </a:prstGeom>
            <a:solidFill>
              <a:srgbClr val="C77CFF">
                <a:alpha val="60000"/>
              </a:srgbClr>
            </a:solidFill>
            <a:ln w="9000" cap="rnd">
              <a:solidFill>
                <a:srgbClr val="C77CFF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8095263" y="1786258"/>
              <a:ext cx="117404" cy="117404"/>
            </a:xfrm>
            <a:prstGeom prst="ellipse">
              <a:avLst/>
            </a:prstGeom>
            <a:solidFill>
              <a:srgbClr val="F8766D">
                <a:alpha val="60000"/>
              </a:srgbClr>
            </a:solidFill>
            <a:ln w="9000" cap="rnd">
              <a:solidFill>
                <a:srgbClr val="F8766D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043469" y="2309762"/>
              <a:ext cx="117404" cy="117404"/>
            </a:xfrm>
            <a:prstGeom prst="ellipse">
              <a:avLst/>
            </a:prstGeom>
            <a:solidFill>
              <a:srgbClr val="C77CFF">
                <a:alpha val="60000"/>
              </a:srgbClr>
            </a:solidFill>
            <a:ln w="9000" cap="rnd">
              <a:solidFill>
                <a:srgbClr val="C77CFF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683762" y="2243063"/>
              <a:ext cx="117404" cy="117404"/>
            </a:xfrm>
            <a:prstGeom prst="ellipse">
              <a:avLst/>
            </a:prstGeom>
            <a:solidFill>
              <a:srgbClr val="00BFC4">
                <a:alpha val="60000"/>
              </a:srgbClr>
            </a:solidFill>
            <a:ln w="9000" cap="rnd">
              <a:solidFill>
                <a:srgbClr val="00BFC4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8017218" y="2246239"/>
              <a:ext cx="117404" cy="117404"/>
            </a:xfrm>
            <a:prstGeom prst="ellipse">
              <a:avLst/>
            </a:prstGeom>
            <a:solidFill>
              <a:srgbClr val="F8766D">
                <a:alpha val="60000"/>
              </a:srgbClr>
            </a:solidFill>
            <a:ln w="9000" cap="rnd">
              <a:solidFill>
                <a:srgbClr val="F8766D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128513" y="2510987"/>
              <a:ext cx="117404" cy="117404"/>
            </a:xfrm>
            <a:prstGeom prst="ellipse">
              <a:avLst/>
            </a:prstGeom>
            <a:solidFill>
              <a:srgbClr val="C77CFF">
                <a:alpha val="60000"/>
              </a:srgbClr>
            </a:solidFill>
            <a:ln w="9000" cap="rnd">
              <a:solidFill>
                <a:srgbClr val="C77CFF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873697" y="2524401"/>
              <a:ext cx="117404" cy="117404"/>
            </a:xfrm>
            <a:prstGeom prst="ellipse">
              <a:avLst/>
            </a:prstGeom>
            <a:solidFill>
              <a:srgbClr val="00BFC4">
                <a:alpha val="60000"/>
              </a:srgbClr>
            </a:solidFill>
            <a:ln w="9000" cap="rnd">
              <a:solidFill>
                <a:srgbClr val="00BFC4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8132254" y="2930393"/>
              <a:ext cx="117404" cy="117404"/>
            </a:xfrm>
            <a:prstGeom prst="ellipse">
              <a:avLst/>
            </a:prstGeom>
            <a:solidFill>
              <a:srgbClr val="F8766D">
                <a:alpha val="60000"/>
              </a:srgbClr>
            </a:solidFill>
            <a:ln w="9000" cap="rnd">
              <a:solidFill>
                <a:srgbClr val="F8766D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347698" y="2220736"/>
              <a:ext cx="117404" cy="117404"/>
            </a:xfrm>
            <a:prstGeom prst="ellipse">
              <a:avLst/>
            </a:prstGeom>
            <a:solidFill>
              <a:srgbClr val="C77CFF">
                <a:alpha val="60000"/>
              </a:srgbClr>
            </a:solidFill>
            <a:ln w="9000" cap="rnd">
              <a:solidFill>
                <a:srgbClr val="C77CFF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903090" y="3033475"/>
              <a:ext cx="117404" cy="117404"/>
            </a:xfrm>
            <a:prstGeom prst="ellipse">
              <a:avLst/>
            </a:prstGeom>
            <a:solidFill>
              <a:srgbClr val="00BFC4">
                <a:alpha val="60000"/>
              </a:srgbClr>
            </a:solidFill>
            <a:ln w="9000" cap="rnd">
              <a:solidFill>
                <a:srgbClr val="00BFC4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6064020" y="2728269"/>
              <a:ext cx="117404" cy="117404"/>
            </a:xfrm>
            <a:prstGeom prst="ellipse">
              <a:avLst/>
            </a:prstGeom>
            <a:solidFill>
              <a:srgbClr val="7CAE00">
                <a:alpha val="60000"/>
              </a:srgbClr>
            </a:solidFill>
            <a:ln w="9000" cap="rnd">
              <a:solidFill>
                <a:srgbClr val="7CAE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082897" y="1901862"/>
              <a:ext cx="117404" cy="117404"/>
            </a:xfrm>
            <a:prstGeom prst="ellipse">
              <a:avLst/>
            </a:prstGeom>
            <a:solidFill>
              <a:srgbClr val="C77CFF">
                <a:alpha val="60000"/>
              </a:srgbClr>
            </a:solidFill>
            <a:ln w="9000" cap="rnd">
              <a:solidFill>
                <a:srgbClr val="C77CFF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6389566" y="5068650"/>
              <a:ext cx="117404" cy="117404"/>
            </a:xfrm>
            <a:prstGeom prst="ellipse">
              <a:avLst/>
            </a:prstGeom>
            <a:solidFill>
              <a:srgbClr val="7CAE00">
                <a:alpha val="60000"/>
              </a:srgbClr>
            </a:solidFill>
            <a:ln w="9000" cap="rnd">
              <a:solidFill>
                <a:srgbClr val="7CAE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7731571" y="4166737"/>
              <a:ext cx="117404" cy="117404"/>
            </a:xfrm>
            <a:prstGeom prst="ellipse">
              <a:avLst/>
            </a:prstGeom>
            <a:solidFill>
              <a:srgbClr val="F8766D">
                <a:alpha val="60000"/>
              </a:srgbClr>
            </a:solidFill>
            <a:ln w="9000" cap="rnd">
              <a:solidFill>
                <a:srgbClr val="F8766D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133520" y="3511314"/>
              <a:ext cx="117404" cy="117404"/>
            </a:xfrm>
            <a:prstGeom prst="ellipse">
              <a:avLst/>
            </a:prstGeom>
            <a:solidFill>
              <a:srgbClr val="C77CFF">
                <a:alpha val="60000"/>
              </a:srgbClr>
            </a:solidFill>
            <a:ln w="9000" cap="rnd">
              <a:solidFill>
                <a:srgbClr val="C77CFF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588509" y="3004963"/>
              <a:ext cx="117404" cy="117404"/>
            </a:xfrm>
            <a:prstGeom prst="ellipse">
              <a:avLst/>
            </a:prstGeom>
            <a:solidFill>
              <a:srgbClr val="00BFC4">
                <a:alpha val="60000"/>
              </a:srgbClr>
            </a:solidFill>
            <a:ln w="9000" cap="rnd">
              <a:solidFill>
                <a:srgbClr val="00BFC4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525079" y="3167584"/>
              <a:ext cx="117404" cy="117404"/>
            </a:xfrm>
            <a:prstGeom prst="ellipse">
              <a:avLst/>
            </a:prstGeom>
            <a:solidFill>
              <a:srgbClr val="7CAE00">
                <a:alpha val="60000"/>
              </a:srgbClr>
            </a:solidFill>
            <a:ln w="9000" cap="rnd">
              <a:solidFill>
                <a:srgbClr val="7CAE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115785" y="1281158"/>
              <a:ext cx="49651" cy="49651"/>
            </a:xfrm>
            <a:prstGeom prst="ellipse">
              <a:avLst/>
            </a:prstGeom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3140611" y="1872185"/>
              <a:ext cx="0" cy="566201"/>
            </a:xfrm>
            <a:custGeom>
              <a:avLst/>
              <a:pathLst>
                <a:path w="0" h="566201">
                  <a:moveTo>
                    <a:pt x="0" y="56620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3140611" y="3004587"/>
              <a:ext cx="0" cy="566201"/>
            </a:xfrm>
            <a:custGeom>
              <a:avLst/>
              <a:pathLst>
                <a:path w="0" h="566201">
                  <a:moveTo>
                    <a:pt x="0" y="0"/>
                  </a:moveTo>
                  <a:lnTo>
                    <a:pt x="0" y="56620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2536811" y="2438386"/>
              <a:ext cx="1207600" cy="566201"/>
            </a:xfrm>
            <a:custGeom>
              <a:avLst/>
              <a:pathLst>
                <a:path w="1207600" h="566201">
                  <a:moveTo>
                    <a:pt x="0" y="0"/>
                  </a:moveTo>
                  <a:lnTo>
                    <a:pt x="0" y="566201"/>
                  </a:lnTo>
                  <a:lnTo>
                    <a:pt x="1207600" y="566201"/>
                  </a:lnTo>
                  <a:lnTo>
                    <a:pt x="1207600" y="0"/>
                  </a:lnTo>
                  <a:close/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2536811" y="2721487"/>
              <a:ext cx="1207600" cy="0"/>
            </a:xfrm>
            <a:custGeom>
              <a:avLst/>
              <a:pathLst>
                <a:path w="1207600" h="0">
                  <a:moveTo>
                    <a:pt x="0" y="0"/>
                  </a:moveTo>
                  <a:lnTo>
                    <a:pt x="1207600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4750745" y="243838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4750745" y="3004587"/>
              <a:ext cx="0" cy="566201"/>
            </a:xfrm>
            <a:custGeom>
              <a:avLst/>
              <a:pathLst>
                <a:path w="0" h="566201">
                  <a:moveTo>
                    <a:pt x="0" y="0"/>
                  </a:moveTo>
                  <a:lnTo>
                    <a:pt x="0" y="56620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4146945" y="2438386"/>
              <a:ext cx="1207600" cy="566201"/>
            </a:xfrm>
            <a:custGeom>
              <a:avLst/>
              <a:pathLst>
                <a:path w="1207600" h="566201">
                  <a:moveTo>
                    <a:pt x="0" y="0"/>
                  </a:moveTo>
                  <a:lnTo>
                    <a:pt x="0" y="566201"/>
                  </a:lnTo>
                  <a:lnTo>
                    <a:pt x="1207600" y="566201"/>
                  </a:lnTo>
                  <a:lnTo>
                    <a:pt x="1207600" y="0"/>
                  </a:lnTo>
                  <a:close/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4146945" y="3004587"/>
              <a:ext cx="1207600" cy="0"/>
            </a:xfrm>
            <a:custGeom>
              <a:avLst/>
              <a:pathLst>
                <a:path w="1207600" h="0">
                  <a:moveTo>
                    <a:pt x="0" y="0"/>
                  </a:moveTo>
                  <a:lnTo>
                    <a:pt x="1207600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6360878" y="243838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6360878" y="4136989"/>
              <a:ext cx="0" cy="1132402"/>
            </a:xfrm>
            <a:custGeom>
              <a:avLst/>
              <a:pathLst>
                <a:path w="0" h="1132402">
                  <a:moveTo>
                    <a:pt x="0" y="0"/>
                  </a:moveTo>
                  <a:lnTo>
                    <a:pt x="0" y="113240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5757078" y="2438386"/>
              <a:ext cx="1207600" cy="1698603"/>
            </a:xfrm>
            <a:custGeom>
              <a:avLst/>
              <a:pathLst>
                <a:path w="1207600" h="1698603">
                  <a:moveTo>
                    <a:pt x="0" y="0"/>
                  </a:moveTo>
                  <a:lnTo>
                    <a:pt x="0" y="1698603"/>
                  </a:lnTo>
                  <a:lnTo>
                    <a:pt x="1207600" y="1698603"/>
                  </a:lnTo>
                  <a:lnTo>
                    <a:pt x="1207600" y="0"/>
                  </a:lnTo>
                  <a:close/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5757078" y="3004587"/>
              <a:ext cx="1207600" cy="0"/>
            </a:xfrm>
            <a:custGeom>
              <a:avLst/>
              <a:pathLst>
                <a:path w="1207600" h="0">
                  <a:moveTo>
                    <a:pt x="0" y="0"/>
                  </a:moveTo>
                  <a:lnTo>
                    <a:pt x="1207600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7971012" y="1872185"/>
              <a:ext cx="0" cy="566201"/>
            </a:xfrm>
            <a:custGeom>
              <a:avLst/>
              <a:pathLst>
                <a:path w="0" h="566201">
                  <a:moveTo>
                    <a:pt x="0" y="56620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7971012" y="3146138"/>
              <a:ext cx="0" cy="990851"/>
            </a:xfrm>
            <a:custGeom>
              <a:avLst/>
              <a:pathLst>
                <a:path w="0" h="990851">
                  <a:moveTo>
                    <a:pt x="0" y="0"/>
                  </a:moveTo>
                  <a:lnTo>
                    <a:pt x="0" y="99085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7367212" y="2438386"/>
              <a:ext cx="1207600" cy="707751"/>
            </a:xfrm>
            <a:custGeom>
              <a:avLst/>
              <a:pathLst>
                <a:path w="1207600" h="707751">
                  <a:moveTo>
                    <a:pt x="0" y="0"/>
                  </a:moveTo>
                  <a:lnTo>
                    <a:pt x="0" y="707751"/>
                  </a:lnTo>
                  <a:lnTo>
                    <a:pt x="1207600" y="707751"/>
                  </a:lnTo>
                  <a:lnTo>
                    <a:pt x="1207600" y="0"/>
                  </a:lnTo>
                  <a:close/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7367212" y="2721487"/>
              <a:ext cx="1207600" cy="0"/>
            </a:xfrm>
            <a:custGeom>
              <a:avLst/>
              <a:pathLst>
                <a:path w="1207600" h="0">
                  <a:moveTo>
                    <a:pt x="0" y="0"/>
                  </a:moveTo>
                  <a:lnTo>
                    <a:pt x="1207600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2174531" y="1107814"/>
              <a:ext cx="6762560" cy="4359748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2174531" y="1107814"/>
              <a:ext cx="0" cy="4359748"/>
            </a:xfrm>
            <a:custGeom>
              <a:avLst/>
              <a:pathLst>
                <a:path w="0" h="4359748">
                  <a:moveTo>
                    <a:pt x="0" y="435974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tx89"/>
            <p:cNvSpPr/>
            <p:nvPr/>
          </p:nvSpPr>
          <p:spPr>
            <a:xfrm>
              <a:off x="2005954" y="4634451"/>
              <a:ext cx="105947" cy="1369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2005954" y="3502606"/>
              <a:ext cx="105947" cy="1363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2005954" y="2367321"/>
              <a:ext cx="105947" cy="1392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2005954" y="1234919"/>
              <a:ext cx="105947" cy="1392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93" name="pl93"/>
            <p:cNvSpPr/>
            <p:nvPr/>
          </p:nvSpPr>
          <p:spPr>
            <a:xfrm>
              <a:off x="2139737" y="47031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2139737" y="357078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2139737" y="24383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2139737" y="13059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2174531" y="5467562"/>
              <a:ext cx="6762560" cy="0"/>
            </a:xfrm>
            <a:custGeom>
              <a:avLst/>
              <a:pathLst>
                <a:path w="6762560" h="0">
                  <a:moveTo>
                    <a:pt x="0" y="0"/>
                  </a:moveTo>
                  <a:lnTo>
                    <a:pt x="676256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3140611" y="546756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4750745" y="546756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6360878" y="546756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7971012" y="546756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tx102"/>
            <p:cNvSpPr/>
            <p:nvPr/>
          </p:nvSpPr>
          <p:spPr>
            <a:xfrm>
              <a:off x="2907695" y="5527960"/>
              <a:ext cx="465832" cy="1385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4560152" y="5527960"/>
              <a:ext cx="381186" cy="1385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6111963" y="5525541"/>
              <a:ext cx="49783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7754048" y="5527960"/>
              <a:ext cx="433927" cy="1385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4996702" y="5740269"/>
              <a:ext cx="1118220" cy="169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Orientation</a:t>
              </a:r>
            </a:p>
          </p:txBody>
        </p:sp>
        <p:sp>
          <p:nvSpPr>
            <p:cNvPr id="107" name="tx107"/>
            <p:cNvSpPr/>
            <p:nvPr/>
          </p:nvSpPr>
          <p:spPr>
            <a:xfrm rot="-5400000">
              <a:off x="794543" y="3180420"/>
              <a:ext cx="2045791" cy="2145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laid eggs</a:t>
              </a:r>
            </a:p>
          </p:txBody>
        </p:sp>
        <p:sp>
          <p:nvSpPr>
            <p:cNvPr id="108" name="rc108"/>
            <p:cNvSpPr/>
            <p:nvPr/>
          </p:nvSpPr>
          <p:spPr>
            <a:xfrm>
              <a:off x="3994657" y="61659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045682" y="6217016"/>
              <a:ext cx="117404" cy="117404"/>
            </a:xfrm>
            <a:prstGeom prst="ellipse">
              <a:avLst/>
            </a:prstGeom>
            <a:solidFill>
              <a:srgbClr val="C77CFF">
                <a:alpha val="60000"/>
              </a:srgbClr>
            </a:solidFill>
            <a:ln w="9000" cap="rnd">
              <a:solidFill>
                <a:srgbClr val="C77CFF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4810491" y="61659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861516" y="6217016"/>
              <a:ext cx="117404" cy="117404"/>
            </a:xfrm>
            <a:prstGeom prst="ellipse">
              <a:avLst/>
            </a:prstGeom>
            <a:solidFill>
              <a:srgbClr val="00BFC4">
                <a:alpha val="60000"/>
              </a:srgbClr>
            </a:solidFill>
            <a:ln w="9000" cap="rnd">
              <a:solidFill>
                <a:srgbClr val="00BFC4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5545362" y="61659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5596388" y="6217016"/>
              <a:ext cx="117404" cy="117404"/>
            </a:xfrm>
            <a:prstGeom prst="ellipse">
              <a:avLst/>
            </a:prstGeom>
            <a:solidFill>
              <a:srgbClr val="7CAE00">
                <a:alpha val="60000"/>
              </a:srgbClr>
            </a:solidFill>
            <a:ln w="9000" cap="rnd">
              <a:solidFill>
                <a:srgbClr val="7CAE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6389771" y="61659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6440797" y="6217016"/>
              <a:ext cx="117404" cy="117404"/>
            </a:xfrm>
            <a:prstGeom prst="ellipse">
              <a:avLst/>
            </a:prstGeom>
            <a:solidFill>
              <a:srgbClr val="F8766D">
                <a:alpha val="60000"/>
              </a:srgbClr>
            </a:solidFill>
            <a:ln w="9000" cap="rnd">
              <a:solidFill>
                <a:srgbClr val="F8766D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tx116"/>
            <p:cNvSpPr/>
            <p:nvPr/>
          </p:nvSpPr>
          <p:spPr>
            <a:xfrm>
              <a:off x="4283702" y="6205304"/>
              <a:ext cx="465832" cy="1385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5099536" y="6205304"/>
              <a:ext cx="381186" cy="1385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5834407" y="6202886"/>
              <a:ext cx="49783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678816" y="6205304"/>
              <a:ext cx="433927" cy="1385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5</cp:revision>
  <dcterms:created xsi:type="dcterms:W3CDTF">2015-07-14T21:05:00Z</dcterms:created>
  <dcterms:modified xsi:type="dcterms:W3CDTF">2026-07-16T00:21:59Z</dcterms:modified>
</cp:coreProperties>
</file>