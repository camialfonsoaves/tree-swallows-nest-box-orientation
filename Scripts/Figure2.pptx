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74531" y="1107814"/>
              <a:ext cx="6762560" cy="43597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4702336" y="285518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358506" y="309762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7998267" y="2806788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523504" y="294254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275315" y="232542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7831942" y="3062686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961134" y="2222327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318434" y="3099192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8171991" y="3512637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6045548" y="4628302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268695" y="2552515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7652259" y="2309444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291595" y="2167500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612573" y="2455383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297610" y="3109890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599208" y="352240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981511" y="3312898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559392" y="274548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179807" y="2499724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7842388" y="2543094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65451" y="3046760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814192" y="3165203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61186" y="2826467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00887" y="2402195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714027" y="2158327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193011" y="3069857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94599" y="308778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326865" y="2813291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72852" y="2334755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149904" y="313995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70388" y="2181399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8091700" y="2317712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8852" y="2776899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393355" y="2405187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961005" y="3292273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167958" y="1992219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8082428" y="3645409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088683" y="1469075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429673" y="2349477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887185" y="3103066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887818" y="299677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773119" y="2362108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382870" y="5165431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618670" y="2172473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220965" y="3110111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544689" y="2410257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962160" y="2590042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04450" y="1671655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095263" y="1786258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043469" y="2309762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683762" y="2243063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017218" y="2246239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128513" y="2510987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873697" y="2524401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132254" y="2930393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347698" y="222073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903090" y="3033475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064020" y="2728269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082897" y="1901862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389566" y="5068650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731571" y="4166737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33520" y="3511314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88509" y="3004963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525079" y="3167584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15785" y="1281158"/>
              <a:ext cx="49651" cy="49651"/>
            </a:xfrm>
            <a:prstGeom prst="ellipse">
              <a:avLst/>
            </a:prstGeom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40611" y="1872185"/>
              <a:ext cx="0" cy="566201"/>
            </a:xfrm>
            <a:custGeom>
              <a:avLst/>
              <a:pathLst>
                <a:path w="0" h="566201">
                  <a:moveTo>
                    <a:pt x="0" y="5662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40611" y="3004587"/>
              <a:ext cx="0" cy="566201"/>
            </a:xfrm>
            <a:custGeom>
              <a:avLst/>
              <a:pathLst>
                <a:path w="0" h="566201">
                  <a:moveTo>
                    <a:pt x="0" y="0"/>
                  </a:moveTo>
                  <a:lnTo>
                    <a:pt x="0" y="56620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536811" y="2438386"/>
              <a:ext cx="1207600" cy="566201"/>
            </a:xfrm>
            <a:custGeom>
              <a:avLst/>
              <a:pathLst>
                <a:path w="1207600" h="566201">
                  <a:moveTo>
                    <a:pt x="0" y="0"/>
                  </a:moveTo>
                  <a:lnTo>
                    <a:pt x="0" y="566201"/>
                  </a:lnTo>
                  <a:lnTo>
                    <a:pt x="1207600" y="566201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36811" y="2721487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50745" y="24383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50745" y="3004587"/>
              <a:ext cx="0" cy="566201"/>
            </a:xfrm>
            <a:custGeom>
              <a:avLst/>
              <a:pathLst>
                <a:path w="0" h="566201">
                  <a:moveTo>
                    <a:pt x="0" y="0"/>
                  </a:moveTo>
                  <a:lnTo>
                    <a:pt x="0" y="56620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146945" y="2438386"/>
              <a:ext cx="1207600" cy="566201"/>
            </a:xfrm>
            <a:custGeom>
              <a:avLst/>
              <a:pathLst>
                <a:path w="1207600" h="566201">
                  <a:moveTo>
                    <a:pt x="0" y="0"/>
                  </a:moveTo>
                  <a:lnTo>
                    <a:pt x="0" y="566201"/>
                  </a:lnTo>
                  <a:lnTo>
                    <a:pt x="1207600" y="566201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46945" y="3004587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360878" y="24383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360878" y="4136989"/>
              <a:ext cx="0" cy="1132402"/>
            </a:xfrm>
            <a:custGeom>
              <a:avLst/>
              <a:pathLst>
                <a:path w="0" h="1132402">
                  <a:moveTo>
                    <a:pt x="0" y="0"/>
                  </a:moveTo>
                  <a:lnTo>
                    <a:pt x="0" y="113240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5757078" y="2438386"/>
              <a:ext cx="1207600" cy="1698603"/>
            </a:xfrm>
            <a:custGeom>
              <a:avLst/>
              <a:pathLst>
                <a:path w="1207600" h="1698603">
                  <a:moveTo>
                    <a:pt x="0" y="0"/>
                  </a:moveTo>
                  <a:lnTo>
                    <a:pt x="0" y="1698603"/>
                  </a:lnTo>
                  <a:lnTo>
                    <a:pt x="1207600" y="1698603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757078" y="3004587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971012" y="1872185"/>
              <a:ext cx="0" cy="566201"/>
            </a:xfrm>
            <a:custGeom>
              <a:avLst/>
              <a:pathLst>
                <a:path w="0" h="566201">
                  <a:moveTo>
                    <a:pt x="0" y="5662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971012" y="3146138"/>
              <a:ext cx="0" cy="990851"/>
            </a:xfrm>
            <a:custGeom>
              <a:avLst/>
              <a:pathLst>
                <a:path w="0" h="990851">
                  <a:moveTo>
                    <a:pt x="0" y="0"/>
                  </a:moveTo>
                  <a:lnTo>
                    <a:pt x="0" y="99085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7367212" y="2438386"/>
              <a:ext cx="1207600" cy="707751"/>
            </a:xfrm>
            <a:custGeom>
              <a:avLst/>
              <a:pathLst>
                <a:path w="1207600" h="707751">
                  <a:moveTo>
                    <a:pt x="0" y="0"/>
                  </a:moveTo>
                  <a:lnTo>
                    <a:pt x="0" y="707751"/>
                  </a:lnTo>
                  <a:lnTo>
                    <a:pt x="1207600" y="707751"/>
                  </a:lnTo>
                  <a:lnTo>
                    <a:pt x="1207600" y="0"/>
                  </a:lnTo>
                  <a:close/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367212" y="2721487"/>
              <a:ext cx="1207600" cy="0"/>
            </a:xfrm>
            <a:custGeom>
              <a:avLst/>
              <a:pathLst>
                <a:path w="1207600" h="0">
                  <a:moveTo>
                    <a:pt x="0" y="0"/>
                  </a:moveTo>
                  <a:lnTo>
                    <a:pt x="120760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174531" y="1107814"/>
              <a:ext cx="6762560" cy="435974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74531" y="1107814"/>
              <a:ext cx="0" cy="4359748"/>
            </a:xfrm>
            <a:custGeom>
              <a:avLst/>
              <a:pathLst>
                <a:path w="0" h="4359748">
                  <a:moveTo>
                    <a:pt x="0" y="43597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2005954" y="4634451"/>
              <a:ext cx="105947" cy="136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005954" y="3502606"/>
              <a:ext cx="105947" cy="13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005954" y="2367321"/>
              <a:ext cx="105947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005954" y="1234919"/>
              <a:ext cx="105947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2139737" y="47031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139737" y="35707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139737" y="24383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139737" y="13059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174531" y="5467562"/>
              <a:ext cx="6762560" cy="0"/>
            </a:xfrm>
            <a:custGeom>
              <a:avLst/>
              <a:pathLst>
                <a:path w="6762560" h="0">
                  <a:moveTo>
                    <a:pt x="0" y="0"/>
                  </a:moveTo>
                  <a:lnTo>
                    <a:pt x="676256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140611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50745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360878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971012" y="54675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2907695" y="5527960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560152" y="5527960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6111963" y="5525541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754048" y="5527960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996702" y="5740269"/>
              <a:ext cx="111822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Orientation</a:t>
              </a:r>
            </a:p>
          </p:txBody>
        </p:sp>
        <p:sp>
          <p:nvSpPr>
            <p:cNvPr id="107" name="tx107"/>
            <p:cNvSpPr/>
            <p:nvPr/>
          </p:nvSpPr>
          <p:spPr>
            <a:xfrm rot="-5400000">
              <a:off x="794543" y="3180420"/>
              <a:ext cx="204579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laid eggs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3994657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045682" y="6217016"/>
              <a:ext cx="117404" cy="117404"/>
            </a:xfrm>
            <a:prstGeom prst="ellipse">
              <a:avLst/>
            </a:prstGeom>
            <a:solidFill>
              <a:srgbClr val="C77CFF">
                <a:alpha val="60000"/>
              </a:srgbClr>
            </a:solidFill>
            <a:ln w="9000" cap="rnd">
              <a:solidFill>
                <a:srgbClr val="C77CFF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4810491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861516" y="6217016"/>
              <a:ext cx="117404" cy="117404"/>
            </a:xfrm>
            <a:prstGeom prst="ellipse">
              <a:avLst/>
            </a:prstGeom>
            <a:solidFill>
              <a:srgbClr val="00BFC4">
                <a:alpha val="60000"/>
              </a:srgbClr>
            </a:solidFill>
            <a:ln w="9000" cap="rnd">
              <a:solidFill>
                <a:srgbClr val="00BFC4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545362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596388" y="6217016"/>
              <a:ext cx="117404" cy="117404"/>
            </a:xfrm>
            <a:prstGeom prst="ellipse">
              <a:avLst/>
            </a:prstGeom>
            <a:solidFill>
              <a:srgbClr val="7CAE00">
                <a:alpha val="60000"/>
              </a:srgbClr>
            </a:solidFill>
            <a:ln w="9000" cap="rnd">
              <a:solidFill>
                <a:srgbClr val="7CAE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6389771" y="6165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440797" y="6217016"/>
              <a:ext cx="117404" cy="117404"/>
            </a:xfrm>
            <a:prstGeom prst="ellipse">
              <a:avLst/>
            </a:prstGeom>
            <a:solidFill>
              <a:srgbClr val="F8766D">
                <a:alpha val="60000"/>
              </a:srgbClr>
            </a:solidFill>
            <a:ln w="9000" cap="rnd">
              <a:solidFill>
                <a:srgbClr val="F8766D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4283702" y="6205304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099536" y="6205304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834407" y="6202886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678816" y="6205304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2026-07-16T00:03:44Z</dcterms:modified>
</cp:coreProperties>
</file>